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_rels/presentation.xml.rels" ContentType="application/vnd.openxmlformats-package.relationships+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17.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16.xml.rels" ContentType="application/vnd.openxmlformats-package.relationships+xml"/>
  <Override PartName="/ppt/slideLayouts/_rels/slideLayout12.xml.rels" ContentType="application/vnd.openxmlformats-package.relationships+xml"/>
  <Override PartName="/ppt/slideLayouts/_rels/slideLayout15.xml.rels" ContentType="application/vnd.openxmlformats-package.relationships+xml"/>
  <Override PartName="/ppt/slideLayouts/_rels/slideLayout7.xml.rels" ContentType="application/vnd.openxmlformats-package.relationships+xml"/>
  <Override PartName="/ppt/slideLayouts/_rels/slideLayout14.xml.rels" ContentType="application/vnd.openxmlformats-package.relationships+xml"/>
  <Override PartName="/ppt/slideLayouts/_rels/slideLayout6.xml.rels" ContentType="application/vnd.openxmlformats-package.relationships+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10.xml.rels" ContentType="application/vnd.openxmlformats-package.relationships+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3" r:id="rId4"/>
    <p:sldMasterId id="2147483656" r:id="rId5"/>
    <p:sldMasterId id="2147483659" r:id="rId6"/>
    <p:sldMasterId id="2147483662" r:id="rId7"/>
    <p:sldMasterId id="2147483664" r:id="rId8"/>
    <p:sldMasterId id="2147483666" r:id="rId9"/>
    <p:sldMasterId id="2147483669" r:id="rId10"/>
    <p:sldMasterId id="2147483672" r:id="rId11"/>
    <p:sldMasterId id="2147483674" r:id="rId12"/>
  </p:sldMasterIdLst>
  <p:sldIdLst>
    <p:sldId id="256" r:id="rId13"/>
    <p:sldId id="257" r:id="rId14"/>
    <p:sldId id="258" r:id="rId15"/>
    <p:sldId id="259" r:id="rId16"/>
    <p:sldId id="260" r:id="rId17"/>
    <p:sldId id="261" r:id="rId18"/>
    <p:sldId id="262" r:id="rId19"/>
    <p:sldId id="263" r:id="rId20"/>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Freshes">
    <p:spTree>
      <p:nvGrpSpPr>
        <p:cNvPr id="1" name=""/>
        <p:cNvGrpSpPr/>
        <p:nvPr/>
      </p:nvGrpSpPr>
      <p:grpSpPr>
        <a:xfrm>
          <a:off x="0" y="0"/>
          <a:ext cx="0" cy="0"/>
          <a:chOff x="0" y="0"/>
          <a:chExt cx="0" cy="0"/>
        </a:xfrm>
      </p:grpSpPr>
      <p:sp>
        <p:nvSpPr>
          <p:cNvPr id="3"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4" name="PlaceHolder 2"/>
          <p:cNvSpPr>
            <a:spLocks noGrp="1"/>
          </p:cNvSpPr>
          <p:nvPr>
            <p:ph type="subTitle"/>
          </p:nvPr>
        </p:nvSpPr>
        <p:spPr>
          <a:xfrm>
            <a:off x="720000" y="3312000"/>
            <a:ext cx="6840000" cy="1980000"/>
          </a:xfrm>
          <a:prstGeom prst="rect">
            <a:avLst/>
          </a:prstGeom>
          <a:noFill/>
          <a:ln w="0">
            <a:noFill/>
          </a:ln>
        </p:spPr>
        <p:txBody>
          <a:bodyPr lIns="0" rIns="0" tIns="0" bIns="0" anchor="t">
            <a:normAutofit/>
          </a:bodyPr>
          <a:p>
            <a:pPr indent="0">
              <a:lnSpc>
                <a:spcPct val="115000"/>
              </a:lnSpc>
              <a:buNone/>
            </a:pPr>
            <a:endParaRPr b="0" lang="en-US" sz="3200" strike="noStrike" u="none">
              <a:solidFill>
                <a:srgbClr val="ffffff"/>
              </a:solidFill>
              <a:uFillTx/>
              <a:latin typeface="Noto Sans"/>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One Bullet">
    <p:spTree>
      <p:nvGrpSpPr>
        <p:cNvPr id="1" name=""/>
        <p:cNvGrpSpPr/>
        <p:nvPr/>
      </p:nvGrpSpPr>
      <p:grpSpPr>
        <a:xfrm>
          <a:off x="0" y="0"/>
          <a:ext cx="0" cy="0"/>
          <a:chOff x="0" y="0"/>
          <a:chExt cx="0" cy="0"/>
        </a:xfrm>
      </p:grpSpPr>
      <p:sp>
        <p:nvSpPr>
          <p:cNvPr id="11"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12"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C54A4A69-6708-460A-9F1C-B200C1C36123}"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One Bullet">
    <p:spTree>
      <p:nvGrpSpPr>
        <p:cNvPr id="1" name=""/>
        <p:cNvGrpSpPr/>
        <p:nvPr/>
      </p:nvGrpSpPr>
      <p:grpSpPr>
        <a:xfrm>
          <a:off x="0" y="0"/>
          <a:ext cx="0" cy="0"/>
          <a:chOff x="0" y="0"/>
          <a:chExt cx="0" cy="0"/>
        </a:xfrm>
      </p:grpSpPr>
      <p:sp>
        <p:nvSpPr>
          <p:cNvPr id="13"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14" name="PlaceHolder 2"/>
          <p:cNvSpPr>
            <a:spLocks noGrp="1"/>
          </p:cNvSpPr>
          <p:nvPr>
            <p:ph type="subTitle"/>
          </p:nvPr>
        </p:nvSpPr>
        <p:spPr>
          <a:xfrm>
            <a:off x="720000" y="3312000"/>
            <a:ext cx="6840000" cy="1980000"/>
          </a:xfrm>
          <a:prstGeom prst="rect">
            <a:avLst/>
          </a:prstGeom>
          <a:noFill/>
          <a:ln w="0">
            <a:noFill/>
          </a:ln>
        </p:spPr>
        <p:txBody>
          <a:bodyPr lIns="0" rIns="0" tIns="0" bIns="0" anchor="t">
            <a:normAutofit/>
          </a:bodyPr>
          <a:p>
            <a:pPr indent="0">
              <a:lnSpc>
                <a:spcPct val="115000"/>
              </a:lnSpc>
              <a:buNone/>
            </a:pPr>
            <a:endParaRPr b="0" lang="en-US" sz="3200" strike="noStrike" u="none">
              <a:solidFill>
                <a:srgbClr val="ffffff"/>
              </a:solidFill>
              <a:uFillTx/>
              <a:latin typeface="Noto Sans"/>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1AF0ACD-27E6-4799-A554-66543266F5AC}"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wo Bullets">
    <p:spTree>
      <p:nvGrpSpPr>
        <p:cNvPr id="1" name=""/>
        <p:cNvGrpSpPr/>
        <p:nvPr/>
      </p:nvGrpSpPr>
      <p:grpSpPr>
        <a:xfrm>
          <a:off x="0" y="0"/>
          <a:ext cx="0" cy="0"/>
          <a:chOff x="0" y="0"/>
          <a:chExt cx="0" cy="0"/>
        </a:xfrm>
      </p:grpSpPr>
      <p:sp>
        <p:nvSpPr>
          <p:cNvPr id="21"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22"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28054537-9A6C-417B-A3F6-D431A2C4CE8D}" type="slidenum">
              <a:t>&lt;#&gt;</a:t>
            </a:fld>
          </a:p>
        </p:txBody>
      </p:sp>
      <p:sp>
        <p:nvSpPr>
          <p:cNvPr id="6" name="PlaceHolder 5"/>
          <p:cNvSpPr>
            <a:spLocks noGrp="1"/>
          </p:cNvSpPr>
          <p:nvPr>
            <p:ph type="dt" idx="4"/>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Bullets">
    <p:spTree>
      <p:nvGrpSpPr>
        <p:cNvPr id="1" name=""/>
        <p:cNvGrpSpPr/>
        <p:nvPr/>
      </p:nvGrpSpPr>
      <p:grpSpPr>
        <a:xfrm>
          <a:off x="0" y="0"/>
          <a:ext cx="0" cy="0"/>
          <a:chOff x="0" y="0"/>
          <a:chExt cx="0" cy="0"/>
        </a:xfrm>
      </p:grpSpPr>
      <p:sp>
        <p:nvSpPr>
          <p:cNvPr id="23"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24" name="PlaceHolder 2"/>
          <p:cNvSpPr>
            <a:spLocks noGrp="1"/>
          </p:cNvSpPr>
          <p:nvPr>
            <p:ph/>
          </p:nvPr>
        </p:nvSpPr>
        <p:spPr>
          <a:xfrm>
            <a:off x="720000" y="3312000"/>
            <a:ext cx="333756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25" name="PlaceHolder 3"/>
          <p:cNvSpPr>
            <a:spLocks noGrp="1"/>
          </p:cNvSpPr>
          <p:nvPr>
            <p:ph/>
          </p:nvPr>
        </p:nvSpPr>
        <p:spPr>
          <a:xfrm>
            <a:off x="4224960" y="3312000"/>
            <a:ext cx="333756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5D3BE96-8622-4429-BF3F-EE2255E36EA7}" type="slidenum">
              <a:t>&lt;#&gt;</a:t>
            </a:fld>
          </a:p>
        </p:txBody>
      </p:sp>
      <p:sp>
        <p:nvSpPr>
          <p:cNvPr id="7" name="PlaceHolder 6"/>
          <p:cNvSpPr>
            <a:spLocks noGrp="1"/>
          </p:cNvSpPr>
          <p:nvPr>
            <p:ph type="dt" idx="4"/>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hree Bullets">
    <p:spTree>
      <p:nvGrpSpPr>
        <p:cNvPr id="1" name=""/>
        <p:cNvGrpSpPr/>
        <p:nvPr/>
      </p:nvGrpSpPr>
      <p:grpSpPr>
        <a:xfrm>
          <a:off x="0" y="0"/>
          <a:ext cx="0" cy="0"/>
          <a:chOff x="0" y="0"/>
          <a:chExt cx="0" cy="0"/>
        </a:xfrm>
      </p:grpSpPr>
      <p:sp>
        <p:nvSpPr>
          <p:cNvPr id="32"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33"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43B49488-DBA3-4063-AA01-551500B0CB72}" type="slidenum">
              <a:t>&lt;#&gt;</a:t>
            </a:fld>
          </a:p>
        </p:txBody>
      </p:sp>
      <p:sp>
        <p:nvSpPr>
          <p:cNvPr id="6" name="PlaceHolder 5"/>
          <p:cNvSpPr>
            <a:spLocks noGrp="1"/>
          </p:cNvSpPr>
          <p:nvPr>
            <p:ph type="dt" idx="7"/>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TwoObj" preserve="1">
  <p:cSld name="Three Bullets">
    <p:spTree>
      <p:nvGrpSpPr>
        <p:cNvPr id="1" name=""/>
        <p:cNvGrpSpPr/>
        <p:nvPr/>
      </p:nvGrpSpPr>
      <p:grpSpPr>
        <a:xfrm>
          <a:off x="0" y="0"/>
          <a:ext cx="0" cy="0"/>
          <a:chOff x="0" y="0"/>
          <a:chExt cx="0" cy="0"/>
        </a:xfrm>
      </p:grpSpPr>
      <p:sp>
        <p:nvSpPr>
          <p:cNvPr id="34"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35" name="PlaceHolder 2"/>
          <p:cNvSpPr>
            <a:spLocks noGrp="1"/>
          </p:cNvSpPr>
          <p:nvPr>
            <p:ph/>
          </p:nvPr>
        </p:nvSpPr>
        <p:spPr>
          <a:xfrm>
            <a:off x="720000" y="3312000"/>
            <a:ext cx="333756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36" name="PlaceHolder 3"/>
          <p:cNvSpPr>
            <a:spLocks noGrp="1"/>
          </p:cNvSpPr>
          <p:nvPr>
            <p:ph/>
          </p:nvPr>
        </p:nvSpPr>
        <p:spPr>
          <a:xfrm>
            <a:off x="4224960" y="3312000"/>
            <a:ext cx="3337560" cy="944280"/>
          </a:xfrm>
          <a:prstGeom prst="rect">
            <a:avLst/>
          </a:prstGeom>
          <a:noFill/>
          <a:ln w="0">
            <a:noFill/>
          </a:ln>
        </p:spPr>
        <p:txBody>
          <a:bodyPr lIns="0" rIns="0" tIns="0" bIns="0" anchor="t">
            <a:normAutofit fontScale="92500" lnSpcReduction="9999"/>
          </a:bodyPr>
          <a:p>
            <a:pPr indent="0">
              <a:spcBef>
                <a:spcPts val="1417"/>
              </a:spcBef>
              <a:buNone/>
            </a:pPr>
            <a:endParaRPr b="0" lang="en-US" sz="3200" strike="noStrike" u="none">
              <a:solidFill>
                <a:srgbClr val="ffffff"/>
              </a:solidFill>
              <a:uFillTx/>
              <a:latin typeface="Noto Sans"/>
            </a:endParaRPr>
          </a:p>
        </p:txBody>
      </p:sp>
      <p:sp>
        <p:nvSpPr>
          <p:cNvPr id="37" name="PlaceHolder 4"/>
          <p:cNvSpPr>
            <a:spLocks noGrp="1"/>
          </p:cNvSpPr>
          <p:nvPr>
            <p:ph/>
          </p:nvPr>
        </p:nvSpPr>
        <p:spPr>
          <a:xfrm>
            <a:off x="4224960" y="4346280"/>
            <a:ext cx="3337560" cy="944280"/>
          </a:xfrm>
          <a:prstGeom prst="rect">
            <a:avLst/>
          </a:prstGeom>
          <a:noFill/>
          <a:ln w="0">
            <a:noFill/>
          </a:ln>
        </p:spPr>
        <p:txBody>
          <a:bodyPr lIns="0" rIns="0" tIns="0" bIns="0" anchor="t">
            <a:normAutofit fontScale="92500" lnSpcReduction="9999"/>
          </a:bodyPr>
          <a:p>
            <a:pPr indent="0">
              <a:spcBef>
                <a:spcPts val="1417"/>
              </a:spcBef>
              <a:buNone/>
            </a:pPr>
            <a:endParaRPr b="0" lang="en-US" sz="3200" strike="noStrike" u="none">
              <a:solidFill>
                <a:srgbClr val="ffffff"/>
              </a:solidFill>
              <a:uFillTx/>
              <a:latin typeface="Noto Sans"/>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009D0781-1F32-45B5-9D85-9E00FF607ED3}" type="slidenum">
              <a:t>&lt;#&gt;</a:t>
            </a:fld>
          </a:p>
        </p:txBody>
      </p:sp>
      <p:sp>
        <p:nvSpPr>
          <p:cNvPr id="8" name="PlaceHolder 7"/>
          <p:cNvSpPr>
            <a:spLocks noGrp="1"/>
          </p:cNvSpPr>
          <p:nvPr>
            <p:ph type="dt" idx="7"/>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Four Bullets">
    <p:spTree>
      <p:nvGrpSpPr>
        <p:cNvPr id="1" name=""/>
        <p:cNvGrpSpPr/>
        <p:nvPr/>
      </p:nvGrpSpPr>
      <p:grpSpPr>
        <a:xfrm>
          <a:off x="0" y="0"/>
          <a:ext cx="0" cy="0"/>
          <a:chOff x="0" y="0"/>
          <a:chExt cx="0" cy="0"/>
        </a:xfrm>
      </p:grpSpPr>
      <p:sp>
        <p:nvSpPr>
          <p:cNvPr id="45"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46"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67DF5BEC-65B8-474F-8DF2-EB1F479A843A}"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Four Bullets">
    <p:spTree>
      <p:nvGrpSpPr>
        <p:cNvPr id="1" name=""/>
        <p:cNvGrpSpPr/>
        <p:nvPr/>
      </p:nvGrpSpPr>
      <p:grpSpPr>
        <a:xfrm>
          <a:off x="0" y="0"/>
          <a:ext cx="0" cy="0"/>
          <a:chOff x="0" y="0"/>
          <a:chExt cx="0" cy="0"/>
        </a:xfrm>
      </p:grpSpPr>
      <p:sp>
        <p:nvSpPr>
          <p:cNvPr id="47"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48" name="PlaceHolder 2"/>
          <p:cNvSpPr>
            <a:spLocks noGrp="1"/>
          </p:cNvSpPr>
          <p:nvPr>
            <p:ph/>
          </p:nvPr>
        </p:nvSpPr>
        <p:spPr>
          <a:xfrm>
            <a:off x="720000" y="3312000"/>
            <a:ext cx="3337560" cy="944280"/>
          </a:xfrm>
          <a:prstGeom prst="rect">
            <a:avLst/>
          </a:prstGeom>
          <a:noFill/>
          <a:ln w="0">
            <a:noFill/>
          </a:ln>
        </p:spPr>
        <p:txBody>
          <a:bodyPr lIns="0" rIns="0" tIns="0" bIns="0" anchor="t">
            <a:normAutofit fontScale="92500" lnSpcReduction="9999"/>
          </a:bodyPr>
          <a:p>
            <a:pPr indent="0">
              <a:spcBef>
                <a:spcPts val="1417"/>
              </a:spcBef>
              <a:buNone/>
            </a:pPr>
            <a:endParaRPr b="0" lang="en-US" sz="3200" strike="noStrike" u="none">
              <a:solidFill>
                <a:srgbClr val="ffffff"/>
              </a:solidFill>
              <a:uFillTx/>
              <a:latin typeface="Noto Sans"/>
            </a:endParaRPr>
          </a:p>
        </p:txBody>
      </p:sp>
      <p:sp>
        <p:nvSpPr>
          <p:cNvPr id="49" name="PlaceHolder 3"/>
          <p:cNvSpPr>
            <a:spLocks noGrp="1"/>
          </p:cNvSpPr>
          <p:nvPr>
            <p:ph/>
          </p:nvPr>
        </p:nvSpPr>
        <p:spPr>
          <a:xfrm>
            <a:off x="4224960" y="3312000"/>
            <a:ext cx="3337560" cy="944280"/>
          </a:xfrm>
          <a:prstGeom prst="rect">
            <a:avLst/>
          </a:prstGeom>
          <a:noFill/>
          <a:ln w="0">
            <a:noFill/>
          </a:ln>
        </p:spPr>
        <p:txBody>
          <a:bodyPr lIns="0" rIns="0" tIns="0" bIns="0" anchor="t">
            <a:normAutofit fontScale="92500" lnSpcReduction="9999"/>
          </a:bodyPr>
          <a:p>
            <a:pPr indent="0">
              <a:spcBef>
                <a:spcPts val="1417"/>
              </a:spcBef>
              <a:buNone/>
            </a:pPr>
            <a:endParaRPr b="0" lang="en-US" sz="3200" strike="noStrike" u="none">
              <a:solidFill>
                <a:srgbClr val="ffffff"/>
              </a:solidFill>
              <a:uFillTx/>
              <a:latin typeface="Noto Sans"/>
            </a:endParaRPr>
          </a:p>
        </p:txBody>
      </p:sp>
      <p:sp>
        <p:nvSpPr>
          <p:cNvPr id="50" name="PlaceHolder 4"/>
          <p:cNvSpPr>
            <a:spLocks noGrp="1"/>
          </p:cNvSpPr>
          <p:nvPr>
            <p:ph/>
          </p:nvPr>
        </p:nvSpPr>
        <p:spPr>
          <a:xfrm>
            <a:off x="720000" y="4346280"/>
            <a:ext cx="3337560" cy="944280"/>
          </a:xfrm>
          <a:prstGeom prst="rect">
            <a:avLst/>
          </a:prstGeom>
          <a:noFill/>
          <a:ln w="0">
            <a:noFill/>
          </a:ln>
        </p:spPr>
        <p:txBody>
          <a:bodyPr lIns="0" rIns="0" tIns="0" bIns="0" anchor="t">
            <a:normAutofit fontScale="92500" lnSpcReduction="9999"/>
          </a:bodyPr>
          <a:p>
            <a:pPr indent="0">
              <a:spcBef>
                <a:spcPts val="1417"/>
              </a:spcBef>
              <a:buNone/>
            </a:pPr>
            <a:endParaRPr b="0" lang="en-US" sz="3200" strike="noStrike" u="none">
              <a:solidFill>
                <a:srgbClr val="ffffff"/>
              </a:solidFill>
              <a:uFillTx/>
              <a:latin typeface="Noto Sans"/>
            </a:endParaRPr>
          </a:p>
        </p:txBody>
      </p:sp>
      <p:sp>
        <p:nvSpPr>
          <p:cNvPr id="51" name="PlaceHolder 5"/>
          <p:cNvSpPr>
            <a:spLocks noGrp="1"/>
          </p:cNvSpPr>
          <p:nvPr>
            <p:ph/>
          </p:nvPr>
        </p:nvSpPr>
        <p:spPr>
          <a:xfrm>
            <a:off x="4224960" y="4346280"/>
            <a:ext cx="3337560" cy="944280"/>
          </a:xfrm>
          <a:prstGeom prst="rect">
            <a:avLst/>
          </a:prstGeom>
          <a:noFill/>
          <a:ln w="0">
            <a:noFill/>
          </a:ln>
        </p:spPr>
        <p:txBody>
          <a:bodyPr lIns="0" rIns="0" tIns="0" bIns="0" anchor="t">
            <a:normAutofit fontScale="92500" lnSpcReduction="9999"/>
          </a:bodyPr>
          <a:p>
            <a:pPr indent="0">
              <a:spcBef>
                <a:spcPts val="1417"/>
              </a:spcBef>
              <a:buNone/>
            </a:pPr>
            <a:endParaRPr b="0" lang="en-US" sz="3200" strike="noStrike" u="none">
              <a:solidFill>
                <a:srgbClr val="ffffff"/>
              </a:solidFill>
              <a:uFillTx/>
              <a:latin typeface="Noto Sans"/>
            </a:endParaRPr>
          </a:p>
        </p:txBody>
      </p:sp>
      <p:sp>
        <p:nvSpPr>
          <p:cNvPr id="7" name="PlaceHolder 6"/>
          <p:cNvSpPr>
            <a:spLocks noGrp="1"/>
          </p:cNvSpPr>
          <p:nvPr>
            <p:ph type="ftr" idx="11"/>
          </p:nvPr>
        </p:nvSpPr>
        <p:spPr/>
        <p:txBody>
          <a:bodyPr/>
          <a:p>
            <a:r>
              <a:t>Footer</a:t>
            </a:r>
          </a:p>
        </p:txBody>
      </p:sp>
      <p:sp>
        <p:nvSpPr>
          <p:cNvPr id="8" name="PlaceHolder 7"/>
          <p:cNvSpPr>
            <a:spLocks noGrp="1"/>
          </p:cNvSpPr>
          <p:nvPr>
            <p:ph type="sldNum" idx="12"/>
          </p:nvPr>
        </p:nvSpPr>
        <p:spPr/>
        <p:txBody>
          <a:bodyPr/>
          <a:p>
            <a:fld id="{F1063B9D-A8DF-4A4A-9D8F-1B2A7F3FA719}" type="slidenum">
              <a:t>&lt;#&gt;</a:t>
            </a:fld>
          </a:p>
        </p:txBody>
      </p:sp>
      <p:sp>
        <p:nvSpPr>
          <p:cNvPr id="9" name="PlaceHolder 8"/>
          <p:cNvSpPr>
            <a:spLocks noGrp="1"/>
          </p:cNvSpPr>
          <p:nvPr>
            <p:ph type="dt" idx="10"/>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ue/White Chart">
    <p:spTree>
      <p:nvGrpSpPr>
        <p:cNvPr id="1" name=""/>
        <p:cNvGrpSpPr/>
        <p:nvPr/>
      </p:nvGrpSpPr>
      <p:grpSpPr>
        <a:xfrm>
          <a:off x="0" y="0"/>
          <a:ext cx="0" cy="0"/>
          <a:chOff x="0" y="0"/>
          <a:chExt cx="0" cy="0"/>
        </a:xfrm>
      </p:grpSpPr>
      <p:sp>
        <p:nvSpPr>
          <p:cNvPr id="58"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59"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14"/>
          </p:nvPr>
        </p:nvSpPr>
        <p:spPr/>
        <p:txBody>
          <a:bodyPr/>
          <a:p>
            <a:r>
              <a:t>Footer</a:t>
            </a:r>
          </a:p>
        </p:txBody>
      </p:sp>
      <p:sp>
        <p:nvSpPr>
          <p:cNvPr id="5" name="PlaceHolder 4"/>
          <p:cNvSpPr>
            <a:spLocks noGrp="1"/>
          </p:cNvSpPr>
          <p:nvPr>
            <p:ph type="sldNum" idx="15"/>
          </p:nvPr>
        </p:nvSpPr>
        <p:spPr/>
        <p:txBody>
          <a:bodyPr/>
          <a:p>
            <a:fld id="{6B65609A-2AC5-4BEA-902A-A95E19F089B7}" type="slidenum">
              <a:t>&lt;#&gt;</a:t>
            </a:fld>
          </a:p>
        </p:txBody>
      </p:sp>
      <p:sp>
        <p:nvSpPr>
          <p:cNvPr id="6" name="PlaceHolder 5"/>
          <p:cNvSpPr>
            <a:spLocks noGrp="1"/>
          </p:cNvSpPr>
          <p:nvPr>
            <p:ph type="dt" idx="13"/>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White/Blue Chart">
    <p:spTree>
      <p:nvGrpSpPr>
        <p:cNvPr id="1" name=""/>
        <p:cNvGrpSpPr/>
        <p:nvPr/>
      </p:nvGrpSpPr>
      <p:grpSpPr>
        <a:xfrm>
          <a:off x="0" y="0"/>
          <a:ext cx="0" cy="0"/>
          <a:chOff x="0" y="0"/>
          <a:chExt cx="0" cy="0"/>
        </a:xfrm>
      </p:grpSpPr>
      <p:sp>
        <p:nvSpPr>
          <p:cNvPr id="66"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67"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17"/>
          </p:nvPr>
        </p:nvSpPr>
        <p:spPr/>
        <p:txBody>
          <a:bodyPr/>
          <a:p>
            <a:r>
              <a:t>Footer</a:t>
            </a:r>
          </a:p>
        </p:txBody>
      </p:sp>
      <p:sp>
        <p:nvSpPr>
          <p:cNvPr id="5" name="PlaceHolder 4"/>
          <p:cNvSpPr>
            <a:spLocks noGrp="1"/>
          </p:cNvSpPr>
          <p:nvPr>
            <p:ph type="sldNum" idx="18"/>
          </p:nvPr>
        </p:nvSpPr>
        <p:spPr/>
        <p:txBody>
          <a:bodyPr/>
          <a:p>
            <a:fld id="{2C6EFBCD-FD44-4855-B41D-6D304F96FA91}" type="slidenum">
              <a:t>&lt;#&gt;</a:t>
            </a:fld>
          </a:p>
        </p:txBody>
      </p:sp>
      <p:sp>
        <p:nvSpPr>
          <p:cNvPr id="6" name="PlaceHolder 5"/>
          <p:cNvSpPr>
            <a:spLocks noGrp="1"/>
          </p:cNvSpPr>
          <p:nvPr>
            <p:ph type="dt" idx="16"/>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iagram">
    <p:spTree>
      <p:nvGrpSpPr>
        <p:cNvPr id="1" name=""/>
        <p:cNvGrpSpPr/>
        <p:nvPr/>
      </p:nvGrpSpPr>
      <p:grpSpPr>
        <a:xfrm>
          <a:off x="0" y="0"/>
          <a:ext cx="0" cy="0"/>
          <a:chOff x="0" y="0"/>
          <a:chExt cx="0" cy="0"/>
        </a:xfrm>
      </p:grpSpPr>
      <p:sp>
        <p:nvSpPr>
          <p:cNvPr id="75"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76"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20"/>
          </p:nvPr>
        </p:nvSpPr>
        <p:spPr/>
        <p:txBody>
          <a:bodyPr/>
          <a:p>
            <a:r>
              <a:t>Footer</a:t>
            </a:r>
          </a:p>
        </p:txBody>
      </p:sp>
      <p:sp>
        <p:nvSpPr>
          <p:cNvPr id="5" name="PlaceHolder 4"/>
          <p:cNvSpPr>
            <a:spLocks noGrp="1"/>
          </p:cNvSpPr>
          <p:nvPr>
            <p:ph type="sldNum" idx="21"/>
          </p:nvPr>
        </p:nvSpPr>
        <p:spPr/>
        <p:txBody>
          <a:bodyPr/>
          <a:p>
            <a:fld id="{E41515B1-156D-4573-80B4-C052C46DEED6}" type="slidenum">
              <a:t>&lt;#&gt;</a:t>
            </a:fld>
          </a:p>
        </p:txBody>
      </p:sp>
      <p:sp>
        <p:nvSpPr>
          <p:cNvPr id="6" name="PlaceHolder 5"/>
          <p:cNvSpPr>
            <a:spLocks noGrp="1"/>
          </p:cNvSpPr>
          <p:nvPr>
            <p:ph type="dt" idx="19"/>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iagram">
    <p:spTree>
      <p:nvGrpSpPr>
        <p:cNvPr id="1" name=""/>
        <p:cNvGrpSpPr/>
        <p:nvPr/>
      </p:nvGrpSpPr>
      <p:grpSpPr>
        <a:xfrm>
          <a:off x="0" y="0"/>
          <a:ext cx="0" cy="0"/>
          <a:chOff x="0" y="0"/>
          <a:chExt cx="0" cy="0"/>
        </a:xfrm>
      </p:grpSpPr>
      <p:sp>
        <p:nvSpPr>
          <p:cNvPr id="77"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3" name="PlaceHolder 2"/>
          <p:cNvSpPr>
            <a:spLocks noGrp="1"/>
          </p:cNvSpPr>
          <p:nvPr>
            <p:ph type="ftr" idx="20"/>
          </p:nvPr>
        </p:nvSpPr>
        <p:spPr/>
        <p:txBody>
          <a:bodyPr/>
          <a:p>
            <a:r>
              <a:t>Footer</a:t>
            </a:r>
          </a:p>
        </p:txBody>
      </p:sp>
      <p:sp>
        <p:nvSpPr>
          <p:cNvPr id="4" name="PlaceHolder 3"/>
          <p:cNvSpPr>
            <a:spLocks noGrp="1"/>
          </p:cNvSpPr>
          <p:nvPr>
            <p:ph type="sldNum" idx="21"/>
          </p:nvPr>
        </p:nvSpPr>
        <p:spPr/>
        <p:txBody>
          <a:bodyPr/>
          <a:p>
            <a:fld id="{2F139427-DE85-4D77-9FB9-462B04FDEBF8}" type="slidenum">
              <a:t>&lt;#&gt;</a:t>
            </a:fld>
          </a:p>
        </p:txBody>
      </p:sp>
      <p:sp>
        <p:nvSpPr>
          <p:cNvPr id="5" name="PlaceHolder 4"/>
          <p:cNvSpPr>
            <a:spLocks noGrp="1"/>
          </p:cNvSpPr>
          <p:nvPr>
            <p:ph type="dt" idx="1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able">
    <p:spTree>
      <p:nvGrpSpPr>
        <p:cNvPr id="1" name=""/>
        <p:cNvGrpSpPr/>
        <p:nvPr/>
      </p:nvGrpSpPr>
      <p:grpSpPr>
        <a:xfrm>
          <a:off x="0" y="0"/>
          <a:ext cx="0" cy="0"/>
          <a:chOff x="0" y="0"/>
          <a:chExt cx="0" cy="0"/>
        </a:xfrm>
      </p:grpSpPr>
      <p:sp>
        <p:nvSpPr>
          <p:cNvPr id="85"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86"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23"/>
          </p:nvPr>
        </p:nvSpPr>
        <p:spPr/>
        <p:txBody>
          <a:bodyPr/>
          <a:p>
            <a:r>
              <a:t>Footer</a:t>
            </a:r>
          </a:p>
        </p:txBody>
      </p:sp>
      <p:sp>
        <p:nvSpPr>
          <p:cNvPr id="5" name="PlaceHolder 4"/>
          <p:cNvSpPr>
            <a:spLocks noGrp="1"/>
          </p:cNvSpPr>
          <p:nvPr>
            <p:ph type="sldNum" idx="24"/>
          </p:nvPr>
        </p:nvSpPr>
        <p:spPr/>
        <p:txBody>
          <a:bodyPr/>
          <a:p>
            <a:fld id="{73222BC3-EC0C-4326-BF36-B38D94C8A225}" type="slidenum">
              <a:t>&lt;#&gt;</a:t>
            </a:fld>
          </a:p>
        </p:txBody>
      </p:sp>
      <p:sp>
        <p:nvSpPr>
          <p:cNvPr id="6" name="PlaceHolder 5"/>
          <p:cNvSpPr>
            <a:spLocks noGrp="1"/>
          </p:cNvSpPr>
          <p:nvPr>
            <p:ph type="dt" idx="2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able">
    <p:spTree>
      <p:nvGrpSpPr>
        <p:cNvPr id="1" name=""/>
        <p:cNvGrpSpPr/>
        <p:nvPr/>
      </p:nvGrpSpPr>
      <p:grpSpPr>
        <a:xfrm>
          <a:off x="0" y="0"/>
          <a:ext cx="0" cy="0"/>
          <a:chOff x="0" y="0"/>
          <a:chExt cx="0" cy="0"/>
        </a:xfrm>
      </p:grpSpPr>
      <p:sp>
        <p:nvSpPr>
          <p:cNvPr id="87"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2B1FE4F6-177C-4783-B314-8B7EF6816D04}"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Left Bar">
    <p:spTree>
      <p:nvGrpSpPr>
        <p:cNvPr id="1" name=""/>
        <p:cNvGrpSpPr/>
        <p:nvPr/>
      </p:nvGrpSpPr>
      <p:grpSpPr>
        <a:xfrm>
          <a:off x="0" y="0"/>
          <a:ext cx="0" cy="0"/>
          <a:chOff x="0" y="0"/>
          <a:chExt cx="0" cy="0"/>
        </a:xfrm>
      </p:grpSpPr>
      <p:sp>
        <p:nvSpPr>
          <p:cNvPr id="94"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95"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26"/>
          </p:nvPr>
        </p:nvSpPr>
        <p:spPr/>
        <p:txBody>
          <a:bodyPr/>
          <a:p>
            <a:r>
              <a:t>Footer</a:t>
            </a:r>
          </a:p>
        </p:txBody>
      </p:sp>
      <p:sp>
        <p:nvSpPr>
          <p:cNvPr id="5" name="PlaceHolder 4"/>
          <p:cNvSpPr>
            <a:spLocks noGrp="1"/>
          </p:cNvSpPr>
          <p:nvPr>
            <p:ph type="sldNum" idx="27"/>
          </p:nvPr>
        </p:nvSpPr>
        <p:spPr/>
        <p:txBody>
          <a:bodyPr/>
          <a:p>
            <a:fld id="{80FAE6C7-B471-4794-8B1B-32487664505A}" type="slidenum">
              <a:t>&lt;#&gt;</a:t>
            </a:fld>
          </a:p>
        </p:txBody>
      </p:sp>
      <p:sp>
        <p:nvSpPr>
          <p:cNvPr id="6" name="PlaceHolder 5"/>
          <p:cNvSpPr>
            <a:spLocks noGrp="1"/>
          </p:cNvSpPr>
          <p:nvPr>
            <p:ph type="dt" idx="25"/>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Right Bar">
    <p:spTree>
      <p:nvGrpSpPr>
        <p:cNvPr id="1" name=""/>
        <p:cNvGrpSpPr/>
        <p:nvPr/>
      </p:nvGrpSpPr>
      <p:grpSpPr>
        <a:xfrm>
          <a:off x="0" y="0"/>
          <a:ext cx="0" cy="0"/>
          <a:chOff x="0" y="0"/>
          <a:chExt cx="0" cy="0"/>
        </a:xfrm>
      </p:grpSpPr>
      <p:sp>
        <p:nvSpPr>
          <p:cNvPr id="102"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endParaRPr b="1" lang="en-US" sz="7200" strike="noStrike" u="none">
              <a:solidFill>
                <a:srgbClr val="ffffff"/>
              </a:solidFill>
              <a:uFillTx/>
              <a:latin typeface="Noto Sans"/>
            </a:endParaRPr>
          </a:p>
        </p:txBody>
      </p:sp>
      <p:sp>
        <p:nvSpPr>
          <p:cNvPr id="103" name="PlaceHolder 2"/>
          <p:cNvSpPr>
            <a:spLocks noGrp="1"/>
          </p:cNvSpPr>
          <p:nvPr>
            <p:ph/>
          </p:nvPr>
        </p:nvSpPr>
        <p:spPr>
          <a:xfrm>
            <a:off x="720000" y="3312000"/>
            <a:ext cx="6840000" cy="198000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ffffff"/>
              </a:solidFill>
              <a:uFillTx/>
              <a:latin typeface="Noto Sans"/>
            </a:endParaRPr>
          </a:p>
        </p:txBody>
      </p:sp>
      <p:sp>
        <p:nvSpPr>
          <p:cNvPr id="4" name="PlaceHolder 3"/>
          <p:cNvSpPr>
            <a:spLocks noGrp="1"/>
          </p:cNvSpPr>
          <p:nvPr>
            <p:ph type="ftr" idx="29"/>
          </p:nvPr>
        </p:nvSpPr>
        <p:spPr/>
        <p:txBody>
          <a:bodyPr/>
          <a:p>
            <a:r>
              <a:t>Footer</a:t>
            </a:r>
          </a:p>
        </p:txBody>
      </p:sp>
      <p:sp>
        <p:nvSpPr>
          <p:cNvPr id="5" name="PlaceHolder 4"/>
          <p:cNvSpPr>
            <a:spLocks noGrp="1"/>
          </p:cNvSpPr>
          <p:nvPr>
            <p:ph type="sldNum" idx="30"/>
          </p:nvPr>
        </p:nvSpPr>
        <p:spPr/>
        <p:txBody>
          <a:bodyPr/>
          <a:p>
            <a:fld id="{BD934966-E89D-4931-BC7A-521A41DB010F}" type="slidenum">
              <a:t>&lt;#&gt;</a:t>
            </a:fld>
          </a:p>
        </p:txBody>
      </p:sp>
      <p:sp>
        <p:nvSpPr>
          <p:cNvPr id="6" name="PlaceHolder 5"/>
          <p:cNvSpPr>
            <a:spLocks noGrp="1"/>
          </p:cNvSpPr>
          <p:nvPr>
            <p:ph type="dt" idx="2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Relationship Id="rId4" Type="http://schemas.openxmlformats.org/officeDocument/2006/relationships/slideLayout" Target="../slideLayouts/slideLayout3.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2.jpeg"/><Relationship Id="rId3" Type="http://schemas.openxmlformats.org/officeDocument/2006/relationships/slideLayout" Target="../slideLayouts/slideLayout4.xml"/><Relationship Id="rId4" Type="http://schemas.openxmlformats.org/officeDocument/2006/relationships/slideLayout" Target="../slideLayouts/slideLayout5.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jpeg"/><Relationship Id="rId3" Type="http://schemas.openxmlformats.org/officeDocument/2006/relationships/slideLayout" Target="../slideLayouts/slideLayout6.xml"/><Relationship Id="rId4" Type="http://schemas.openxmlformats.org/officeDocument/2006/relationships/slideLayout" Target="../slideLayouts/slideLayout7.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4.jpeg"/><Relationship Id="rId3" Type="http://schemas.openxmlformats.org/officeDocument/2006/relationships/image" Target="../media/image5.jpeg"/><Relationship Id="rId4" Type="http://schemas.openxmlformats.org/officeDocument/2006/relationships/slideLayout" Target="../slideLayouts/slideLayout8.xml"/><Relationship Id="rId5" Type="http://schemas.openxmlformats.org/officeDocument/2006/relationships/slideLayout" Target="../slideLayouts/slideLayout9.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10.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11.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12.xml"/><Relationship Id="rId3" Type="http://schemas.openxmlformats.org/officeDocument/2006/relationships/slideLayout" Target="../slideLayouts/slideLayout13.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14.xml"/><Relationship Id="rId3" Type="http://schemas.openxmlformats.org/officeDocument/2006/relationships/slideLayout" Target="../slideLayouts/slideLayout15.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6.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0" name="" descr=""/>
          <p:cNvPicPr/>
          <p:nvPr/>
        </p:nvPicPr>
        <p:blipFill>
          <a:blip r:embed="rId2"/>
          <a:stretch/>
        </p:blipFill>
        <p:spPr>
          <a:xfrm>
            <a:off x="0" y="0"/>
            <a:ext cx="10080000" cy="5670000"/>
          </a:xfrm>
          <a:prstGeom prst="rect">
            <a:avLst/>
          </a:prstGeom>
          <a:ln w="0">
            <a:noFill/>
          </a:ln>
        </p:spPr>
      </p:pic>
      <p:sp>
        <p:nvSpPr>
          <p:cNvPr id="1"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r>
              <a:rPr b="1" lang="en-US" sz="7200" strike="noStrike" u="none">
                <a:solidFill>
                  <a:srgbClr val="ffffff"/>
                </a:solidFill>
                <a:uFillTx/>
                <a:latin typeface="Noto Sans"/>
              </a:rPr>
              <a:t>Click to edit the title text format</a:t>
            </a:r>
            <a:endParaRPr b="1" lang="en-US" sz="7200" strike="noStrike" u="none">
              <a:solidFill>
                <a:srgbClr val="ffffff"/>
              </a:solidFill>
              <a:uFillTx/>
              <a:latin typeface="Noto Sans"/>
            </a:endParaRPr>
          </a:p>
        </p:txBody>
      </p:sp>
      <p:sp>
        <p:nvSpPr>
          <p:cNvPr id="2" name="PlaceHolder 2"/>
          <p:cNvSpPr>
            <a:spLocks noGrp="1"/>
          </p:cNvSpPr>
          <p:nvPr>
            <p:ph type="body"/>
          </p:nvPr>
        </p:nvSpPr>
        <p:spPr>
          <a:xfrm>
            <a:off x="720000" y="3312000"/>
            <a:ext cx="6840000" cy="1980000"/>
          </a:xfrm>
          <a:prstGeom prst="rect">
            <a:avLst/>
          </a:prstGeom>
          <a:noFill/>
          <a:ln w="0">
            <a:noFill/>
          </a:ln>
        </p:spPr>
        <p:txBody>
          <a:bodyPr lIns="0" rIns="0" tIns="0" bIns="0" anchor="t">
            <a:normAutofit fontScale="70000" lnSpcReduction="19999"/>
          </a:bodyPr>
          <a:p>
            <a:pPr marL="432000" indent="-324000">
              <a:spcBef>
                <a:spcPts val="1417"/>
              </a:spcBef>
              <a:buClr>
                <a:srgbClr val="ffffff"/>
              </a:buClr>
              <a:buSzPct val="45000"/>
              <a:buFont typeface="Wingdings" charset="2"/>
              <a:buChar char=""/>
            </a:pPr>
            <a:r>
              <a:rPr b="0" lang="en-US" sz="3200" strike="noStrike" u="none">
                <a:solidFill>
                  <a:srgbClr val="ffffff"/>
                </a:solidFill>
                <a:uFillTx/>
                <a:latin typeface="Noto Sans"/>
              </a:rPr>
              <a:t>Click to edit the outline text format</a:t>
            </a:r>
            <a:endParaRPr b="0" lang="en-US" sz="3200" strike="noStrike" u="none">
              <a:solidFill>
                <a:srgbClr val="ffffff"/>
              </a:solidFill>
              <a:uFillTx/>
              <a:latin typeface="Noto Sans"/>
            </a:endParaRPr>
          </a:p>
          <a:p>
            <a:pPr lvl="1" marL="864000" indent="-324000">
              <a:spcBef>
                <a:spcPts val="1134"/>
              </a:spcBef>
              <a:buClr>
                <a:srgbClr val="ffffff"/>
              </a:buClr>
              <a:buSzPct val="75000"/>
              <a:buFont typeface="Symbol" charset="2"/>
              <a:buChar char=""/>
            </a:pPr>
            <a:r>
              <a:rPr b="0" lang="en-US" sz="2800" strike="noStrike" u="none">
                <a:solidFill>
                  <a:srgbClr val="ffffff"/>
                </a:solidFill>
                <a:uFillTx/>
                <a:latin typeface="Noto Sans"/>
              </a:rPr>
              <a:t>Second Outline Level</a:t>
            </a:r>
            <a:endParaRPr b="0" lang="en-US" sz="2800" strike="noStrike" u="none">
              <a:solidFill>
                <a:srgbClr val="ffffff"/>
              </a:solidFill>
              <a:uFillTx/>
              <a:latin typeface="Noto Sans"/>
            </a:endParaRPr>
          </a:p>
          <a:p>
            <a:pPr lvl="2" marL="1296000" indent="-288000">
              <a:spcBef>
                <a:spcPts val="850"/>
              </a:spcBef>
              <a:buClr>
                <a:srgbClr val="ffffff"/>
              </a:buClr>
              <a:buSzPct val="45000"/>
              <a:buFont typeface="Wingdings" charset="2"/>
              <a:buChar char=""/>
            </a:pPr>
            <a:r>
              <a:rPr b="0" lang="en-US" sz="2400" strike="noStrike" u="none">
                <a:solidFill>
                  <a:srgbClr val="ffffff"/>
                </a:solidFill>
                <a:uFillTx/>
                <a:latin typeface="Noto Sans"/>
              </a:rPr>
              <a:t>Third Outline Level</a:t>
            </a:r>
            <a:endParaRPr b="0" lang="en-US" sz="2400" strike="noStrike" u="none">
              <a:solidFill>
                <a:srgbClr val="ffffff"/>
              </a:solidFill>
              <a:uFillTx/>
              <a:latin typeface="Noto Sans"/>
            </a:endParaRPr>
          </a:p>
          <a:p>
            <a:pPr lvl="3" marL="1728000" indent="-216000">
              <a:spcBef>
                <a:spcPts val="567"/>
              </a:spcBef>
              <a:buClr>
                <a:srgbClr val="ffffff"/>
              </a:buClr>
              <a:buSzPct val="75000"/>
              <a:buFont typeface="Symbol" charset="2"/>
              <a:buChar char=""/>
            </a:pPr>
            <a:r>
              <a:rPr b="0" lang="en-US" sz="2000" strike="noStrike" u="none">
                <a:solidFill>
                  <a:srgbClr val="ffffff"/>
                </a:solidFill>
                <a:uFillTx/>
                <a:latin typeface="Noto Sans"/>
              </a:rPr>
              <a:t>Fourth Outline Level</a:t>
            </a:r>
            <a:endParaRPr b="0" lang="en-US" sz="2000" strike="noStrike" u="none">
              <a:solidFill>
                <a:srgbClr val="ffffff"/>
              </a:solidFill>
              <a:uFillTx/>
              <a:latin typeface="Noto Sans"/>
            </a:endParaRPr>
          </a:p>
          <a:p>
            <a:pPr lvl="4" marL="2160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Fifth Outline Level</a:t>
            </a:r>
            <a:endParaRPr b="0" lang="en-US" sz="2000" strike="noStrike" u="none">
              <a:solidFill>
                <a:srgbClr val="ffffff"/>
              </a:solidFill>
              <a:uFillTx/>
              <a:latin typeface="Noto Sans"/>
            </a:endParaRPr>
          </a:p>
          <a:p>
            <a:pPr lvl="5" marL="2592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Sixth Outline Level</a:t>
            </a:r>
            <a:endParaRPr b="0" lang="en-US" sz="2000" strike="noStrike" u="none">
              <a:solidFill>
                <a:srgbClr val="ffffff"/>
              </a:solidFill>
              <a:uFillTx/>
              <a:latin typeface="Noto Sans"/>
            </a:endParaRPr>
          </a:p>
          <a:p>
            <a:pPr lvl="6" marL="3024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Seventh Outline Level</a:t>
            </a:r>
            <a:endParaRPr b="0" lang="en-US" sz="2000" strike="noStrike" u="none">
              <a:solidFill>
                <a:srgbClr val="ffffff"/>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blipFill>
      </p:bgPr>
    </p:bg>
    <p:spTree>
      <p:nvGrpSpPr>
        <p:cNvPr id="1" name=""/>
        <p:cNvGrpSpPr/>
        <p:nvPr/>
      </p:nvGrpSpPr>
      <p:grpSpPr>
        <a:xfrm>
          <a:off x="0" y="0"/>
          <a:ext cx="0" cy="0"/>
          <a:chOff x="0" y="0"/>
          <a:chExt cx="0" cy="0"/>
        </a:xfrm>
      </p:grpSpPr>
      <p:sp>
        <p:nvSpPr>
          <p:cNvPr id="5" name=""/>
          <p:cNvSpPr/>
          <p:nvPr/>
        </p:nvSpPr>
        <p:spPr>
          <a:xfrm>
            <a:off x="0" y="0"/>
            <a:ext cx="10080000" cy="5670000"/>
          </a:xfrm>
          <a:prstGeom prst="rect">
            <a:avLst/>
          </a:prstGeom>
          <a:solidFill>
            <a:srgbClr val="0d84a1">
              <a:alpha val="45000"/>
            </a:srgbClr>
          </a:solidFill>
          <a:ln w="0">
            <a:noFill/>
          </a:ln>
        </p:spPr>
        <p:style>
          <a:lnRef idx="0"/>
          <a:fillRef idx="0"/>
          <a:effectRef idx="0"/>
          <a:fontRef idx="minor"/>
        </p:style>
        <p:txBody>
          <a:bodyPr wrap="none" lIns="0" rIns="0" tIns="0" bIns="0" anchor="ctr">
            <a:noAutofit/>
          </a:bodyPr>
          <a:p>
            <a:pPr algn="ctr"/>
            <a:endParaRPr b="0" lang="en-US" sz="1800" strike="noStrike" u="none">
              <a:solidFill>
                <a:srgbClr val="ffffff"/>
              </a:solidFill>
              <a:uFillTx/>
              <a:latin typeface="Noto Sans"/>
            </a:endParaRPr>
          </a:p>
        </p:txBody>
      </p:sp>
      <p:sp>
        <p:nvSpPr>
          <p:cNvPr id="6" name="PlaceHolder 1"/>
          <p:cNvSpPr>
            <a:spLocks noGrp="1"/>
          </p:cNvSpPr>
          <p:nvPr>
            <p:ph type="title"/>
          </p:nvPr>
        </p:nvSpPr>
        <p:spPr>
          <a:xfrm>
            <a:off x="540000" y="216000"/>
            <a:ext cx="9000000" cy="936000"/>
          </a:xfrm>
          <a:prstGeom prst="rect">
            <a:avLst/>
          </a:prstGeom>
          <a:noFill/>
          <a:ln w="0">
            <a:noFill/>
          </a:ln>
        </p:spPr>
        <p:txBody>
          <a:bodyPr lIns="0" rIns="0" tIns="0" bIns="0" anchor="ctr">
            <a:normAutofit fontScale="92500" lnSpcReduction="9999"/>
          </a:bodyPr>
          <a:p>
            <a:pPr indent="0" algn="ctr">
              <a:buNone/>
            </a:pPr>
            <a:r>
              <a:rPr b="1" lang="en-US" sz="4400" strike="noStrike" u="none">
                <a:solidFill>
                  <a:srgbClr val="ffffff"/>
                </a:solidFill>
                <a:uFillTx/>
                <a:latin typeface="Noto Sans"/>
              </a:rPr>
              <a:t>Click to edit the title text format</a:t>
            </a:r>
            <a:endParaRPr b="1" lang="en-US" sz="4400" strike="noStrike" u="none">
              <a:solidFill>
                <a:srgbClr val="ffffff"/>
              </a:solidFill>
              <a:uFillTx/>
              <a:latin typeface="Noto Sans"/>
            </a:endParaRPr>
          </a:p>
        </p:txBody>
      </p:sp>
      <p:sp>
        <p:nvSpPr>
          <p:cNvPr id="7" name="PlaceHolder 2"/>
          <p:cNvSpPr>
            <a:spLocks noGrp="1"/>
          </p:cNvSpPr>
          <p:nvPr>
            <p:ph type="body"/>
          </p:nvPr>
        </p:nvSpPr>
        <p:spPr>
          <a:xfrm>
            <a:off x="504000" y="1326600"/>
            <a:ext cx="9072000" cy="328752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trike="noStrike" u="none">
                <a:solidFill>
                  <a:srgbClr val="ffffff"/>
                </a:solidFill>
                <a:uFillTx/>
                <a:latin typeface="Noto Sans"/>
              </a:rPr>
              <a:t>Click to edit the outline text format</a:t>
            </a:r>
            <a:endParaRPr b="0" lang="en-US" sz="3200" strike="noStrike" u="none">
              <a:solidFill>
                <a:srgbClr val="ffffff"/>
              </a:solidFill>
              <a:uFillTx/>
              <a:latin typeface="Noto Sans"/>
            </a:endParaRPr>
          </a:p>
          <a:p>
            <a:pPr lvl="1" marL="864000" indent="-324000">
              <a:spcBef>
                <a:spcPts val="1134"/>
              </a:spcBef>
              <a:buClr>
                <a:srgbClr val="ffffff"/>
              </a:buClr>
              <a:buSzPct val="75000"/>
              <a:buFont typeface="Symbol" charset="2"/>
              <a:buChar char=""/>
            </a:pPr>
            <a:r>
              <a:rPr b="0" lang="en-US" sz="2800" strike="noStrike" u="none">
                <a:solidFill>
                  <a:srgbClr val="ffffff"/>
                </a:solidFill>
                <a:uFillTx/>
                <a:latin typeface="Noto Sans"/>
              </a:rPr>
              <a:t>Second Outline Level</a:t>
            </a:r>
            <a:endParaRPr b="0" lang="en-US" sz="2800" strike="noStrike" u="none">
              <a:solidFill>
                <a:srgbClr val="ffffff"/>
              </a:solidFill>
              <a:uFillTx/>
              <a:latin typeface="Noto Sans"/>
            </a:endParaRPr>
          </a:p>
          <a:p>
            <a:pPr lvl="2" marL="1296000" indent="-288000">
              <a:spcBef>
                <a:spcPts val="850"/>
              </a:spcBef>
              <a:buClr>
                <a:srgbClr val="ffffff"/>
              </a:buClr>
              <a:buSzPct val="45000"/>
              <a:buFont typeface="Wingdings" charset="2"/>
              <a:buChar char=""/>
            </a:pPr>
            <a:r>
              <a:rPr b="0" lang="en-US" sz="2400" strike="noStrike" u="none">
                <a:solidFill>
                  <a:srgbClr val="ffffff"/>
                </a:solidFill>
                <a:uFillTx/>
                <a:latin typeface="Noto Sans"/>
              </a:rPr>
              <a:t>Third Outline Level</a:t>
            </a:r>
            <a:endParaRPr b="0" lang="en-US" sz="2400" strike="noStrike" u="none">
              <a:solidFill>
                <a:srgbClr val="ffffff"/>
              </a:solidFill>
              <a:uFillTx/>
              <a:latin typeface="Noto Sans"/>
            </a:endParaRPr>
          </a:p>
          <a:p>
            <a:pPr lvl="3" marL="1728000" indent="-216000">
              <a:spcBef>
                <a:spcPts val="567"/>
              </a:spcBef>
              <a:buClr>
                <a:srgbClr val="ffffff"/>
              </a:buClr>
              <a:buSzPct val="75000"/>
              <a:buFont typeface="Symbol" charset="2"/>
              <a:buChar char=""/>
            </a:pPr>
            <a:r>
              <a:rPr b="0" lang="en-US" sz="2000" strike="noStrike" u="none">
                <a:solidFill>
                  <a:srgbClr val="ffffff"/>
                </a:solidFill>
                <a:uFillTx/>
                <a:latin typeface="Noto Sans"/>
              </a:rPr>
              <a:t>Fourth Outline Level</a:t>
            </a:r>
            <a:endParaRPr b="0" lang="en-US" sz="2000" strike="noStrike" u="none">
              <a:solidFill>
                <a:srgbClr val="ffffff"/>
              </a:solidFill>
              <a:uFillTx/>
              <a:latin typeface="Noto Sans"/>
            </a:endParaRPr>
          </a:p>
          <a:p>
            <a:pPr lvl="4" marL="2160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Fifth Outline Level</a:t>
            </a:r>
            <a:endParaRPr b="0" lang="en-US" sz="2000" strike="noStrike" u="none">
              <a:solidFill>
                <a:srgbClr val="ffffff"/>
              </a:solidFill>
              <a:uFillTx/>
              <a:latin typeface="Noto Sans"/>
            </a:endParaRPr>
          </a:p>
          <a:p>
            <a:pPr lvl="5" marL="2592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Sixth Outline Level</a:t>
            </a:r>
            <a:endParaRPr b="0" lang="en-US" sz="2000" strike="noStrike" u="none">
              <a:solidFill>
                <a:srgbClr val="ffffff"/>
              </a:solidFill>
              <a:uFillTx/>
              <a:latin typeface="Noto Sans"/>
            </a:endParaRPr>
          </a:p>
          <a:p>
            <a:pPr lvl="6" marL="3024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Seventh Outline Level</a:t>
            </a:r>
            <a:endParaRPr b="0" lang="en-US" sz="2000" strike="noStrike" u="none">
              <a:solidFill>
                <a:srgbClr val="ffffff"/>
              </a:solidFill>
              <a:uFillTx/>
              <a:latin typeface="Noto Sans"/>
            </a:endParaRPr>
          </a:p>
        </p:txBody>
      </p:sp>
      <p:sp>
        <p:nvSpPr>
          <p:cNvPr id="8" name="PlaceHolder 3"/>
          <p:cNvSpPr>
            <a:spLocks noGrp="1"/>
          </p:cNvSpPr>
          <p:nvPr>
            <p:ph type="dt" idx="1"/>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ffffff"/>
                </a:solidFill>
                <a:uFillTx/>
                <a:latin typeface="Noto Sans"/>
              </a:defRPr>
            </a:lvl1pPr>
          </a:lstStyle>
          <a:p>
            <a:pPr indent="0">
              <a:buNone/>
            </a:pPr>
            <a:r>
              <a:rPr b="0" lang="en-US" sz="1400" strike="noStrike" u="none">
                <a:solidFill>
                  <a:srgbClr val="ffffff"/>
                </a:solidFill>
                <a:uFillTx/>
                <a:latin typeface="Noto Sans"/>
              </a:rPr>
              <a:t>&lt;date/time&gt;</a:t>
            </a:r>
            <a:endParaRPr b="0" lang="en-US" sz="1400" strike="noStrike" u="none">
              <a:solidFill>
                <a:srgbClr val="000000"/>
              </a:solidFill>
              <a:uFillTx/>
              <a:latin typeface="Noto Sans"/>
            </a:endParaRPr>
          </a:p>
        </p:txBody>
      </p:sp>
      <p:sp>
        <p:nvSpPr>
          <p:cNvPr id="9" name="PlaceHolder 4"/>
          <p:cNvSpPr>
            <a:spLocks noGrp="1"/>
          </p:cNvSpPr>
          <p:nvPr>
            <p:ph type="ftr" idx="2"/>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ffffff"/>
                </a:solidFill>
                <a:uFillTx/>
                <a:latin typeface="Noto Sans"/>
              </a:defRPr>
            </a:lvl1pPr>
          </a:lstStyle>
          <a:p>
            <a:pPr indent="0" algn="ctr">
              <a:buNone/>
            </a:pPr>
            <a:r>
              <a:rPr b="0" lang="en-US" sz="1400" strike="noStrike" u="none">
                <a:solidFill>
                  <a:srgbClr val="ffffff"/>
                </a:solidFill>
                <a:uFillTx/>
                <a:latin typeface="Noto Sans"/>
              </a:rPr>
              <a:t>&lt;footer&gt;</a:t>
            </a:r>
            <a:endParaRPr b="0" lang="en-US" sz="1400" strike="noStrike" u="none">
              <a:solidFill>
                <a:srgbClr val="ffffff"/>
              </a:solidFill>
              <a:uFillTx/>
              <a:latin typeface="Noto Sans"/>
            </a:endParaRPr>
          </a:p>
        </p:txBody>
      </p:sp>
      <p:sp>
        <p:nvSpPr>
          <p:cNvPr id="10" name="PlaceHolder 5"/>
          <p:cNvSpPr>
            <a:spLocks noGrp="1"/>
          </p:cNvSpPr>
          <p:nvPr>
            <p:ph type="sldNum" idx="3"/>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ffffff"/>
                </a:solidFill>
                <a:uFillTx/>
                <a:latin typeface="Noto Sans"/>
              </a:defRPr>
            </a:lvl1pPr>
          </a:lstStyle>
          <a:p>
            <a:pPr indent="0" algn="r">
              <a:buNone/>
            </a:pPr>
            <a:fld id="{4F2A0B6D-3574-425D-B306-1C7C54D472FA}" type="slidenum">
              <a:rPr b="0" lang="en-US" sz="1400" strike="noStrike" u="none">
                <a:solidFill>
                  <a:srgbClr val="ffffff"/>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1" r:id="rId3"/>
    <p:sldLayoutId id="2147483652"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 name="" descr=""/>
          <p:cNvPicPr/>
          <p:nvPr/>
        </p:nvPicPr>
        <p:blipFill>
          <a:blip r:embed="rId2"/>
          <a:stretch/>
        </p:blipFill>
        <p:spPr>
          <a:xfrm>
            <a:off x="0" y="0"/>
            <a:ext cx="2467800" cy="5670000"/>
          </a:xfrm>
          <a:prstGeom prst="rect">
            <a:avLst/>
          </a:prstGeom>
          <a:ln w="0">
            <a:noFill/>
          </a:ln>
        </p:spPr>
      </p:pic>
      <p:sp>
        <p:nvSpPr>
          <p:cNvPr id="16" name="PlaceHolder 1"/>
          <p:cNvSpPr>
            <a:spLocks noGrp="1"/>
          </p:cNvSpPr>
          <p:nvPr>
            <p:ph type="title"/>
          </p:nvPr>
        </p:nvSpPr>
        <p:spPr>
          <a:xfrm>
            <a:off x="2520000" y="216000"/>
            <a:ext cx="7020000" cy="946080"/>
          </a:xfrm>
          <a:prstGeom prst="rect">
            <a:avLst/>
          </a:prstGeom>
          <a:noFill/>
          <a:ln w="0">
            <a:noFill/>
          </a:ln>
        </p:spPr>
        <p:txBody>
          <a:bodyPr lIns="0" rIns="0" tIns="0" bIns="0" anchor="ctr">
            <a:normAutofit fontScale="77500" lnSpcReduction="19999"/>
          </a:bodyPr>
          <a:p>
            <a:pPr indent="0" algn="ctr">
              <a:buNone/>
            </a:pPr>
            <a:r>
              <a:rPr b="1" lang="en-US" sz="4400" strike="noStrike" u="none">
                <a:solidFill>
                  <a:srgbClr val="0d84a1"/>
                </a:solidFill>
                <a:uFillTx/>
                <a:latin typeface="Noto Sans"/>
              </a:rPr>
              <a:t>Click to edit the title text format</a:t>
            </a:r>
            <a:endParaRPr b="1" lang="en-US" sz="4400" strike="noStrike" u="none">
              <a:solidFill>
                <a:srgbClr val="0d84a1"/>
              </a:solidFill>
              <a:uFillTx/>
              <a:latin typeface="Noto Sans"/>
            </a:endParaRPr>
          </a:p>
        </p:txBody>
      </p:sp>
      <p:sp>
        <p:nvSpPr>
          <p:cNvPr id="17" name="PlaceHolder 2"/>
          <p:cNvSpPr>
            <a:spLocks noGrp="1"/>
          </p:cNvSpPr>
          <p:nvPr>
            <p:ph type="body"/>
          </p:nvPr>
        </p:nvSpPr>
        <p:spPr>
          <a:xfrm>
            <a:off x="2520000" y="1326600"/>
            <a:ext cx="7020000" cy="3287520"/>
          </a:xfrm>
          <a:prstGeom prst="rect">
            <a:avLst/>
          </a:prstGeom>
          <a:noFill/>
          <a:ln w="0">
            <a:noFill/>
          </a:ln>
        </p:spPr>
        <p:txBody>
          <a:bodyPr lIns="0" rIns="0" tIns="0" bIns="0" anchor="t">
            <a:normAutofit fontScale="92500" lnSpcReduction="9999"/>
          </a:bodyPr>
          <a:p>
            <a:pPr marL="432000" indent="-324000">
              <a:spcBef>
                <a:spcPts val="1417"/>
              </a:spcBef>
              <a:buClr>
                <a:srgbClr val="666666"/>
              </a:buClr>
              <a:buSzPct val="45000"/>
              <a:buFont typeface="Wingdings" charset="2"/>
              <a:buChar char=""/>
            </a:pPr>
            <a:r>
              <a:rPr b="0" lang="en-US" sz="3200" strike="noStrike" u="none">
                <a:solidFill>
                  <a:srgbClr val="666666"/>
                </a:solidFill>
                <a:uFillTx/>
                <a:latin typeface="Noto Sans"/>
              </a:rPr>
              <a:t>Click to edit the outline text format</a:t>
            </a:r>
            <a:endParaRPr b="0" lang="en-US" sz="3200" strike="noStrike" u="none">
              <a:solidFill>
                <a:srgbClr val="666666"/>
              </a:solidFill>
              <a:uFillTx/>
              <a:latin typeface="Noto Sans"/>
            </a:endParaRPr>
          </a:p>
          <a:p>
            <a:pPr lvl="1" marL="864000" indent="-324000">
              <a:spcBef>
                <a:spcPts val="1134"/>
              </a:spcBef>
              <a:buClr>
                <a:srgbClr val="666666"/>
              </a:buClr>
              <a:buSzPct val="75000"/>
              <a:buFont typeface="Symbol" charset="2"/>
              <a:buChar char=""/>
            </a:pPr>
            <a:r>
              <a:rPr b="0" lang="en-US" sz="2800" strike="noStrike" u="none">
                <a:solidFill>
                  <a:srgbClr val="666666"/>
                </a:solidFill>
                <a:uFillTx/>
                <a:latin typeface="Noto Sans"/>
              </a:rPr>
              <a:t>Second Outline Level</a:t>
            </a:r>
            <a:endParaRPr b="0" lang="en-US" sz="2800" strike="noStrike" u="none">
              <a:solidFill>
                <a:srgbClr val="666666"/>
              </a:solidFill>
              <a:uFillTx/>
              <a:latin typeface="Noto Sans"/>
            </a:endParaRPr>
          </a:p>
          <a:p>
            <a:pPr lvl="2" marL="1296000" indent="-288000">
              <a:spcBef>
                <a:spcPts val="850"/>
              </a:spcBef>
              <a:buClr>
                <a:srgbClr val="666666"/>
              </a:buClr>
              <a:buSzPct val="45000"/>
              <a:buFont typeface="Wingdings" charset="2"/>
              <a:buChar char=""/>
            </a:pPr>
            <a:r>
              <a:rPr b="0" lang="en-US" sz="2400" strike="noStrike" u="none">
                <a:solidFill>
                  <a:srgbClr val="666666"/>
                </a:solidFill>
                <a:uFillTx/>
                <a:latin typeface="Noto Sans"/>
              </a:rPr>
              <a:t>Third Outline Level</a:t>
            </a:r>
            <a:endParaRPr b="0" lang="en-US" sz="2400" strike="noStrike" u="none">
              <a:solidFill>
                <a:srgbClr val="666666"/>
              </a:solidFill>
              <a:uFillTx/>
              <a:latin typeface="Noto Sans"/>
            </a:endParaRPr>
          </a:p>
          <a:p>
            <a:pPr lvl="3" marL="1728000" indent="-216000">
              <a:spcBef>
                <a:spcPts val="567"/>
              </a:spcBef>
              <a:buClr>
                <a:srgbClr val="666666"/>
              </a:buClr>
              <a:buSzPct val="75000"/>
              <a:buFont typeface="Symbol" charset="2"/>
              <a:buChar char=""/>
            </a:pPr>
            <a:r>
              <a:rPr b="0" lang="en-US" sz="2000" strike="noStrike" u="none">
                <a:solidFill>
                  <a:srgbClr val="666666"/>
                </a:solidFill>
                <a:uFillTx/>
                <a:latin typeface="Noto Sans"/>
              </a:rPr>
              <a:t>Fourth Outline Level</a:t>
            </a:r>
            <a:endParaRPr b="0" lang="en-US" sz="2000" strike="noStrike" u="none">
              <a:solidFill>
                <a:srgbClr val="666666"/>
              </a:solidFill>
              <a:uFillTx/>
              <a:latin typeface="Noto Sans"/>
            </a:endParaRPr>
          </a:p>
          <a:p>
            <a:pPr lvl="4" marL="2160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Fifth Outline Level</a:t>
            </a:r>
            <a:endParaRPr b="0" lang="en-US" sz="2000" strike="noStrike" u="none">
              <a:solidFill>
                <a:srgbClr val="666666"/>
              </a:solidFill>
              <a:uFillTx/>
              <a:latin typeface="Noto Sans"/>
            </a:endParaRPr>
          </a:p>
          <a:p>
            <a:pPr lvl="5" marL="2592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Sixth Outline Level</a:t>
            </a:r>
            <a:endParaRPr b="0" lang="en-US" sz="2000" strike="noStrike" u="none">
              <a:solidFill>
                <a:srgbClr val="666666"/>
              </a:solidFill>
              <a:uFillTx/>
              <a:latin typeface="Noto Sans"/>
            </a:endParaRPr>
          </a:p>
          <a:p>
            <a:pPr lvl="6" marL="3024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Seventh Outline Level</a:t>
            </a:r>
            <a:endParaRPr b="0" lang="en-US" sz="2000" strike="noStrike" u="none">
              <a:solidFill>
                <a:srgbClr val="666666"/>
              </a:solidFill>
              <a:uFillTx/>
              <a:latin typeface="Noto Sans"/>
            </a:endParaRPr>
          </a:p>
        </p:txBody>
      </p:sp>
      <p:sp>
        <p:nvSpPr>
          <p:cNvPr id="18" name="PlaceHolder 3"/>
          <p:cNvSpPr>
            <a:spLocks noGrp="1"/>
          </p:cNvSpPr>
          <p:nvPr>
            <p:ph type="dt" idx="4"/>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ffffff"/>
                </a:solidFill>
                <a:uFillTx/>
                <a:latin typeface="Noto Sans"/>
              </a:defRPr>
            </a:lvl1pPr>
          </a:lstStyle>
          <a:p>
            <a:pPr indent="0">
              <a:buNone/>
            </a:pPr>
            <a:r>
              <a:rPr b="0" lang="en-US" sz="1400" strike="noStrike" u="none">
                <a:solidFill>
                  <a:srgbClr val="ffffff"/>
                </a:solidFill>
                <a:uFillTx/>
                <a:latin typeface="Noto Sans"/>
              </a:rPr>
              <a:t>&lt;date/time&gt;</a:t>
            </a:r>
            <a:endParaRPr b="0" lang="en-US" sz="1400" strike="noStrike" u="none">
              <a:solidFill>
                <a:srgbClr val="000000"/>
              </a:solidFill>
              <a:uFillTx/>
              <a:latin typeface="Noto Sans"/>
            </a:endParaRPr>
          </a:p>
        </p:txBody>
      </p:sp>
      <p:sp>
        <p:nvSpPr>
          <p:cNvPr id="19" name="PlaceHolder 4"/>
          <p:cNvSpPr>
            <a:spLocks noGrp="1"/>
          </p:cNvSpPr>
          <p:nvPr>
            <p:ph type="ftr" idx="5"/>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Noto Sans"/>
              </a:defRPr>
            </a:lvl1pPr>
          </a:lstStyle>
          <a:p>
            <a:pPr indent="0" algn="ctr">
              <a:buNone/>
            </a:pPr>
            <a:r>
              <a:rPr b="0" lang="en-US" sz="1400" strike="noStrike" u="none">
                <a:solidFill>
                  <a:srgbClr val="000000"/>
                </a:solidFill>
                <a:uFillTx/>
                <a:latin typeface="Noto Sans"/>
              </a:rPr>
              <a:t>&lt;footer&gt;</a:t>
            </a:r>
            <a:endParaRPr b="0" lang="en-US" sz="1400" strike="noStrike" u="none">
              <a:solidFill>
                <a:srgbClr val="000000"/>
              </a:solidFill>
              <a:uFillTx/>
              <a:latin typeface="Noto Sans"/>
            </a:endParaRPr>
          </a:p>
        </p:txBody>
      </p:sp>
      <p:sp>
        <p:nvSpPr>
          <p:cNvPr id="20" name="PlaceHolder 5"/>
          <p:cNvSpPr>
            <a:spLocks noGrp="1"/>
          </p:cNvSpPr>
          <p:nvPr>
            <p:ph type="sldNum" idx="6"/>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Noto Sans"/>
              </a:defRPr>
            </a:lvl1pPr>
          </a:lstStyle>
          <a:p>
            <a:pPr indent="0" algn="r">
              <a:buNone/>
            </a:pPr>
            <a:fld id="{88FF4E69-F757-4819-882C-1729CB9B107B}" type="slidenum">
              <a:rPr b="0" lang="en-US" sz="1400" strike="noStrike" u="none">
                <a:solidFill>
                  <a:srgbClr val="000000"/>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4" r:id="rId3"/>
    <p:sldLayoutId id="2147483655"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 name="" descr=""/>
          <p:cNvPicPr/>
          <p:nvPr/>
        </p:nvPicPr>
        <p:blipFill>
          <a:blip r:embed="rId2"/>
          <a:stretch/>
        </p:blipFill>
        <p:spPr>
          <a:xfrm flipH="1" rot="16200000">
            <a:off x="3805920" y="-3805920"/>
            <a:ext cx="2468160" cy="10080000"/>
          </a:xfrm>
          <a:prstGeom prst="rect">
            <a:avLst/>
          </a:prstGeom>
          <a:ln w="0">
            <a:noFill/>
          </a:ln>
        </p:spPr>
      </p:pic>
      <p:sp>
        <p:nvSpPr>
          <p:cNvPr id="27" name="PlaceHolder 1"/>
          <p:cNvSpPr>
            <a:spLocks noGrp="1"/>
          </p:cNvSpPr>
          <p:nvPr>
            <p:ph type="title"/>
          </p:nvPr>
        </p:nvSpPr>
        <p:spPr>
          <a:xfrm>
            <a:off x="504000" y="324000"/>
            <a:ext cx="9072000" cy="1800000"/>
          </a:xfrm>
          <a:prstGeom prst="rect">
            <a:avLst/>
          </a:prstGeom>
          <a:noFill/>
          <a:ln w="0">
            <a:noFill/>
          </a:ln>
        </p:spPr>
        <p:txBody>
          <a:bodyPr lIns="0" rIns="0" tIns="0" bIns="0" anchor="ctr">
            <a:normAutofit fontScale="85000" lnSpcReduction="19999"/>
          </a:bodyPr>
          <a:p>
            <a:pPr indent="0" algn="ctr">
              <a:buNone/>
            </a:pPr>
            <a:r>
              <a:rPr b="1" lang="en-US" sz="7200" strike="noStrike" u="none">
                <a:solidFill>
                  <a:srgbClr val="ffffff"/>
                </a:solidFill>
                <a:uFillTx/>
                <a:latin typeface="Noto Sans"/>
              </a:rPr>
              <a:t>Click to edit the title text format</a:t>
            </a:r>
            <a:endParaRPr b="1" lang="en-US" sz="7200" strike="noStrike" u="none">
              <a:solidFill>
                <a:srgbClr val="ffffff"/>
              </a:solidFill>
              <a:uFillTx/>
              <a:latin typeface="Noto Sans"/>
            </a:endParaRPr>
          </a:p>
        </p:txBody>
      </p:sp>
      <p:sp>
        <p:nvSpPr>
          <p:cNvPr id="28" name="PlaceHolder 2"/>
          <p:cNvSpPr>
            <a:spLocks noGrp="1"/>
          </p:cNvSpPr>
          <p:nvPr>
            <p:ph type="body"/>
          </p:nvPr>
        </p:nvSpPr>
        <p:spPr>
          <a:xfrm>
            <a:off x="504000" y="2520000"/>
            <a:ext cx="9072000" cy="2520000"/>
          </a:xfrm>
          <a:prstGeom prst="rect">
            <a:avLst/>
          </a:prstGeom>
          <a:noFill/>
          <a:ln w="0">
            <a:noFill/>
          </a:ln>
        </p:spPr>
        <p:txBody>
          <a:bodyPr lIns="0" rIns="0" tIns="0" bIns="0" anchor="t">
            <a:normAutofit fontScale="92500" lnSpcReduction="19999"/>
          </a:bodyPr>
          <a:p>
            <a:pPr marL="432000" indent="-324000">
              <a:spcBef>
                <a:spcPts val="1417"/>
              </a:spcBef>
              <a:buClr>
                <a:srgbClr val="666666"/>
              </a:buClr>
              <a:buSzPct val="45000"/>
              <a:buFont typeface="Wingdings" charset="2"/>
              <a:buChar char=""/>
            </a:pPr>
            <a:r>
              <a:rPr b="0" lang="en-US" sz="3200" strike="noStrike" u="none">
                <a:solidFill>
                  <a:srgbClr val="666666"/>
                </a:solidFill>
                <a:uFillTx/>
                <a:latin typeface="Noto Sans"/>
              </a:rPr>
              <a:t>Click to edit the outline text format</a:t>
            </a:r>
            <a:endParaRPr b="0" lang="en-US" sz="3200" strike="noStrike" u="none">
              <a:solidFill>
                <a:srgbClr val="666666"/>
              </a:solidFill>
              <a:uFillTx/>
              <a:latin typeface="Noto Sans"/>
            </a:endParaRPr>
          </a:p>
          <a:p>
            <a:pPr lvl="1" marL="864000" indent="-324000">
              <a:spcBef>
                <a:spcPts val="1134"/>
              </a:spcBef>
              <a:buClr>
                <a:srgbClr val="666666"/>
              </a:buClr>
              <a:buSzPct val="75000"/>
              <a:buFont typeface="Symbol" charset="2"/>
              <a:buChar char=""/>
            </a:pPr>
            <a:r>
              <a:rPr b="0" lang="en-US" sz="2800" strike="noStrike" u="none">
                <a:solidFill>
                  <a:srgbClr val="666666"/>
                </a:solidFill>
                <a:uFillTx/>
                <a:latin typeface="Noto Sans"/>
              </a:rPr>
              <a:t>Second Outline Level</a:t>
            </a:r>
            <a:endParaRPr b="0" lang="en-US" sz="2800" strike="noStrike" u="none">
              <a:solidFill>
                <a:srgbClr val="666666"/>
              </a:solidFill>
              <a:uFillTx/>
              <a:latin typeface="Noto Sans"/>
            </a:endParaRPr>
          </a:p>
          <a:p>
            <a:pPr lvl="2" marL="1296000" indent="-288000">
              <a:spcBef>
                <a:spcPts val="850"/>
              </a:spcBef>
              <a:buClr>
                <a:srgbClr val="666666"/>
              </a:buClr>
              <a:buSzPct val="45000"/>
              <a:buFont typeface="Wingdings" charset="2"/>
              <a:buChar char=""/>
            </a:pPr>
            <a:r>
              <a:rPr b="0" lang="en-US" sz="2400" strike="noStrike" u="none">
                <a:solidFill>
                  <a:srgbClr val="666666"/>
                </a:solidFill>
                <a:uFillTx/>
                <a:latin typeface="Noto Sans"/>
              </a:rPr>
              <a:t>Third Outline Level</a:t>
            </a:r>
            <a:endParaRPr b="0" lang="en-US" sz="2400" strike="noStrike" u="none">
              <a:solidFill>
                <a:srgbClr val="666666"/>
              </a:solidFill>
              <a:uFillTx/>
              <a:latin typeface="Noto Sans"/>
            </a:endParaRPr>
          </a:p>
          <a:p>
            <a:pPr lvl="3" marL="1728000" indent="-216000">
              <a:spcBef>
                <a:spcPts val="567"/>
              </a:spcBef>
              <a:buClr>
                <a:srgbClr val="666666"/>
              </a:buClr>
              <a:buSzPct val="75000"/>
              <a:buFont typeface="Symbol" charset="2"/>
              <a:buChar char=""/>
            </a:pPr>
            <a:r>
              <a:rPr b="0" lang="en-US" sz="2000" strike="noStrike" u="none">
                <a:solidFill>
                  <a:srgbClr val="666666"/>
                </a:solidFill>
                <a:uFillTx/>
                <a:latin typeface="Noto Sans"/>
              </a:rPr>
              <a:t>Fourth Outline Level</a:t>
            </a:r>
            <a:endParaRPr b="0" lang="en-US" sz="2000" strike="noStrike" u="none">
              <a:solidFill>
                <a:srgbClr val="666666"/>
              </a:solidFill>
              <a:uFillTx/>
              <a:latin typeface="Noto Sans"/>
            </a:endParaRPr>
          </a:p>
          <a:p>
            <a:pPr lvl="4" marL="2160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Fifth Outline Level</a:t>
            </a:r>
            <a:endParaRPr b="0" lang="en-US" sz="2000" strike="noStrike" u="none">
              <a:solidFill>
                <a:srgbClr val="666666"/>
              </a:solidFill>
              <a:uFillTx/>
              <a:latin typeface="Noto Sans"/>
            </a:endParaRPr>
          </a:p>
          <a:p>
            <a:pPr lvl="5" marL="2592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Sixth Outline Level</a:t>
            </a:r>
            <a:endParaRPr b="0" lang="en-US" sz="2000" strike="noStrike" u="none">
              <a:solidFill>
                <a:srgbClr val="666666"/>
              </a:solidFill>
              <a:uFillTx/>
              <a:latin typeface="Noto Sans"/>
            </a:endParaRPr>
          </a:p>
          <a:p>
            <a:pPr lvl="6" marL="3024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Seventh Outline Level</a:t>
            </a:r>
            <a:endParaRPr b="0" lang="en-US" sz="2000" strike="noStrike" u="none">
              <a:solidFill>
                <a:srgbClr val="666666"/>
              </a:solidFill>
              <a:uFillTx/>
              <a:latin typeface="Noto Sans"/>
            </a:endParaRPr>
          </a:p>
        </p:txBody>
      </p:sp>
      <p:sp>
        <p:nvSpPr>
          <p:cNvPr id="29" name="PlaceHolder 3"/>
          <p:cNvSpPr>
            <a:spLocks noGrp="1"/>
          </p:cNvSpPr>
          <p:nvPr>
            <p:ph type="dt" idx="7"/>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Noto Sans"/>
              </a:defRPr>
            </a:lvl1pPr>
          </a:lstStyle>
          <a:p>
            <a:pPr indent="0">
              <a:buNone/>
            </a:pPr>
            <a:r>
              <a:rPr b="0" lang="en-US" sz="1400" strike="noStrike" u="none">
                <a:solidFill>
                  <a:srgbClr val="000000"/>
                </a:solidFill>
                <a:uFillTx/>
                <a:latin typeface="Noto Sans"/>
              </a:rPr>
              <a:t>&lt;date/time&gt;</a:t>
            </a:r>
            <a:endParaRPr b="0" lang="en-US" sz="1400" strike="noStrike" u="none">
              <a:solidFill>
                <a:srgbClr val="000000"/>
              </a:solidFill>
              <a:uFillTx/>
              <a:latin typeface="Noto Sans"/>
            </a:endParaRPr>
          </a:p>
        </p:txBody>
      </p:sp>
      <p:sp>
        <p:nvSpPr>
          <p:cNvPr id="30" name="PlaceHolder 4"/>
          <p:cNvSpPr>
            <a:spLocks noGrp="1"/>
          </p:cNvSpPr>
          <p:nvPr>
            <p:ph type="ftr" idx="8"/>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Noto Sans"/>
              </a:defRPr>
            </a:lvl1pPr>
          </a:lstStyle>
          <a:p>
            <a:pPr indent="0" algn="ctr">
              <a:buNone/>
            </a:pPr>
            <a:r>
              <a:rPr b="0" lang="en-US" sz="1400" strike="noStrike" u="none">
                <a:solidFill>
                  <a:srgbClr val="000000"/>
                </a:solidFill>
                <a:uFillTx/>
                <a:latin typeface="Noto Sans"/>
              </a:rPr>
              <a:t>&lt;footer&gt;</a:t>
            </a:r>
            <a:endParaRPr b="0" lang="en-US" sz="1400" strike="noStrike" u="none">
              <a:solidFill>
                <a:srgbClr val="000000"/>
              </a:solidFill>
              <a:uFillTx/>
              <a:latin typeface="Noto Sans"/>
            </a:endParaRPr>
          </a:p>
        </p:txBody>
      </p:sp>
      <p:sp>
        <p:nvSpPr>
          <p:cNvPr id="31" name="PlaceHolder 5"/>
          <p:cNvSpPr>
            <a:spLocks noGrp="1"/>
          </p:cNvSpPr>
          <p:nvPr>
            <p:ph type="sldNum" idx="9"/>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Noto Sans"/>
              </a:defRPr>
            </a:lvl1pPr>
          </a:lstStyle>
          <a:p>
            <a:pPr indent="0" algn="r">
              <a:buNone/>
            </a:pPr>
            <a:fld id="{BD2D96BC-1681-415D-BC63-29A924C02582}" type="slidenum">
              <a:rPr b="0" lang="en-US" sz="1400" strike="noStrike" u="none">
                <a:solidFill>
                  <a:srgbClr val="000000"/>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57" r:id="rId3"/>
    <p:sldLayoutId id="2147483658"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8" name="" descr=""/>
          <p:cNvPicPr/>
          <p:nvPr/>
        </p:nvPicPr>
        <p:blipFill>
          <a:blip r:embed="rId2"/>
          <a:stretch/>
        </p:blipFill>
        <p:spPr>
          <a:xfrm>
            <a:off x="5976000" y="3475440"/>
            <a:ext cx="4104000" cy="2193840"/>
          </a:xfrm>
          <a:prstGeom prst="rect">
            <a:avLst/>
          </a:prstGeom>
          <a:ln w="0">
            <a:noFill/>
          </a:ln>
        </p:spPr>
      </p:pic>
      <p:pic>
        <p:nvPicPr>
          <p:cNvPr id="39" name="" descr=""/>
          <p:cNvPicPr/>
          <p:nvPr/>
        </p:nvPicPr>
        <p:blipFill>
          <a:blip r:embed="rId3"/>
          <a:stretch/>
        </p:blipFill>
        <p:spPr>
          <a:xfrm>
            <a:off x="5976000" y="0"/>
            <a:ext cx="2743200" cy="2011320"/>
          </a:xfrm>
          <a:prstGeom prst="rect">
            <a:avLst/>
          </a:prstGeom>
          <a:ln w="0">
            <a:noFill/>
          </a:ln>
        </p:spPr>
      </p:pic>
      <p:sp>
        <p:nvSpPr>
          <p:cNvPr id="40" name="PlaceHolder 1"/>
          <p:cNvSpPr>
            <a:spLocks noGrp="1"/>
          </p:cNvSpPr>
          <p:nvPr>
            <p:ph type="title"/>
          </p:nvPr>
        </p:nvSpPr>
        <p:spPr>
          <a:xfrm>
            <a:off x="288000" y="216000"/>
            <a:ext cx="5688000" cy="946080"/>
          </a:xfrm>
          <a:prstGeom prst="rect">
            <a:avLst/>
          </a:prstGeom>
          <a:noFill/>
          <a:ln w="0">
            <a:noFill/>
          </a:ln>
        </p:spPr>
        <p:txBody>
          <a:bodyPr lIns="0" rIns="0" tIns="0" bIns="0" anchor="ctr">
            <a:normAutofit fontScale="77500" lnSpcReduction="19999"/>
          </a:bodyPr>
          <a:p>
            <a:pPr indent="0">
              <a:buNone/>
            </a:pPr>
            <a:r>
              <a:rPr b="1" lang="en-US" sz="4400" strike="noStrike" u="none">
                <a:solidFill>
                  <a:srgbClr val="0d84a1"/>
                </a:solidFill>
                <a:uFillTx/>
                <a:latin typeface="Noto Sans"/>
              </a:rPr>
              <a:t>Click to edit the title text format</a:t>
            </a:r>
            <a:endParaRPr b="1" lang="en-US" sz="4400" strike="noStrike" u="none">
              <a:solidFill>
                <a:srgbClr val="0d84a1"/>
              </a:solidFill>
              <a:uFillTx/>
              <a:latin typeface="Noto Sans"/>
            </a:endParaRPr>
          </a:p>
        </p:txBody>
      </p:sp>
      <p:sp>
        <p:nvSpPr>
          <p:cNvPr id="41" name="PlaceHolder 2"/>
          <p:cNvSpPr>
            <a:spLocks noGrp="1"/>
          </p:cNvSpPr>
          <p:nvPr>
            <p:ph type="body"/>
          </p:nvPr>
        </p:nvSpPr>
        <p:spPr>
          <a:xfrm>
            <a:off x="288000" y="1326600"/>
            <a:ext cx="5688000" cy="3780000"/>
          </a:xfrm>
          <a:prstGeom prst="rect">
            <a:avLst/>
          </a:prstGeom>
          <a:noFill/>
          <a:ln w="0">
            <a:noFill/>
          </a:ln>
        </p:spPr>
        <p:txBody>
          <a:bodyPr lIns="0" rIns="0" tIns="0" bIns="0" anchor="t">
            <a:normAutofit lnSpcReduction="9999"/>
          </a:bodyPr>
          <a:p>
            <a:pPr marL="432000" indent="-324000">
              <a:spcBef>
                <a:spcPts val="1417"/>
              </a:spcBef>
              <a:buClr>
                <a:srgbClr val="666666"/>
              </a:buClr>
              <a:buSzPct val="45000"/>
              <a:buFont typeface="Wingdings" charset="2"/>
              <a:buChar char=""/>
            </a:pPr>
            <a:r>
              <a:rPr b="0" lang="en-US" sz="3200" strike="noStrike" u="none">
                <a:solidFill>
                  <a:srgbClr val="666666"/>
                </a:solidFill>
                <a:uFillTx/>
                <a:latin typeface="Noto Sans"/>
              </a:rPr>
              <a:t>Click to edit the outline text format</a:t>
            </a:r>
            <a:endParaRPr b="0" lang="en-US" sz="3200" strike="noStrike" u="none">
              <a:solidFill>
                <a:srgbClr val="666666"/>
              </a:solidFill>
              <a:uFillTx/>
              <a:latin typeface="Noto Sans"/>
            </a:endParaRPr>
          </a:p>
          <a:p>
            <a:pPr lvl="1" marL="864000" indent="-324000">
              <a:spcBef>
                <a:spcPts val="1134"/>
              </a:spcBef>
              <a:buClr>
                <a:srgbClr val="666666"/>
              </a:buClr>
              <a:buSzPct val="75000"/>
              <a:buFont typeface="Symbol" charset="2"/>
              <a:buChar char=""/>
            </a:pPr>
            <a:r>
              <a:rPr b="0" lang="en-US" sz="2800" strike="noStrike" u="none">
                <a:solidFill>
                  <a:srgbClr val="666666"/>
                </a:solidFill>
                <a:uFillTx/>
                <a:latin typeface="Noto Sans"/>
              </a:rPr>
              <a:t>Second Outline Level</a:t>
            </a:r>
            <a:endParaRPr b="0" lang="en-US" sz="2800" strike="noStrike" u="none">
              <a:solidFill>
                <a:srgbClr val="666666"/>
              </a:solidFill>
              <a:uFillTx/>
              <a:latin typeface="Noto Sans"/>
            </a:endParaRPr>
          </a:p>
          <a:p>
            <a:pPr lvl="2" marL="1296000" indent="-288000">
              <a:spcBef>
                <a:spcPts val="850"/>
              </a:spcBef>
              <a:buClr>
                <a:srgbClr val="666666"/>
              </a:buClr>
              <a:buSzPct val="45000"/>
              <a:buFont typeface="Wingdings" charset="2"/>
              <a:buChar char=""/>
            </a:pPr>
            <a:r>
              <a:rPr b="0" lang="en-US" sz="2400" strike="noStrike" u="none">
                <a:solidFill>
                  <a:srgbClr val="666666"/>
                </a:solidFill>
                <a:uFillTx/>
                <a:latin typeface="Noto Sans"/>
              </a:rPr>
              <a:t>Third Outline Level</a:t>
            </a:r>
            <a:endParaRPr b="0" lang="en-US" sz="2400" strike="noStrike" u="none">
              <a:solidFill>
                <a:srgbClr val="666666"/>
              </a:solidFill>
              <a:uFillTx/>
              <a:latin typeface="Noto Sans"/>
            </a:endParaRPr>
          </a:p>
          <a:p>
            <a:pPr lvl="3" marL="1728000" indent="-216000">
              <a:spcBef>
                <a:spcPts val="567"/>
              </a:spcBef>
              <a:buClr>
                <a:srgbClr val="666666"/>
              </a:buClr>
              <a:buSzPct val="75000"/>
              <a:buFont typeface="Symbol" charset="2"/>
              <a:buChar char=""/>
            </a:pPr>
            <a:r>
              <a:rPr b="0" lang="en-US" sz="2000" strike="noStrike" u="none">
                <a:solidFill>
                  <a:srgbClr val="666666"/>
                </a:solidFill>
                <a:uFillTx/>
                <a:latin typeface="Noto Sans"/>
              </a:rPr>
              <a:t>Fourth Outline Level</a:t>
            </a:r>
            <a:endParaRPr b="0" lang="en-US" sz="2000" strike="noStrike" u="none">
              <a:solidFill>
                <a:srgbClr val="666666"/>
              </a:solidFill>
              <a:uFillTx/>
              <a:latin typeface="Noto Sans"/>
            </a:endParaRPr>
          </a:p>
          <a:p>
            <a:pPr lvl="4" marL="2160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Fifth Outline Level</a:t>
            </a:r>
            <a:endParaRPr b="0" lang="en-US" sz="2000" strike="noStrike" u="none">
              <a:solidFill>
                <a:srgbClr val="666666"/>
              </a:solidFill>
              <a:uFillTx/>
              <a:latin typeface="Noto Sans"/>
            </a:endParaRPr>
          </a:p>
          <a:p>
            <a:pPr lvl="5" marL="2592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Sixth Outline Level</a:t>
            </a:r>
            <a:endParaRPr b="0" lang="en-US" sz="2000" strike="noStrike" u="none">
              <a:solidFill>
                <a:srgbClr val="666666"/>
              </a:solidFill>
              <a:uFillTx/>
              <a:latin typeface="Noto Sans"/>
            </a:endParaRPr>
          </a:p>
          <a:p>
            <a:pPr lvl="6" marL="3024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Seventh Outline Level</a:t>
            </a:r>
            <a:endParaRPr b="0" lang="en-US" sz="2000" strike="noStrike" u="none">
              <a:solidFill>
                <a:srgbClr val="666666"/>
              </a:solidFill>
              <a:uFillTx/>
              <a:latin typeface="Noto Sans"/>
            </a:endParaRPr>
          </a:p>
        </p:txBody>
      </p:sp>
      <p:sp>
        <p:nvSpPr>
          <p:cNvPr id="42" name="PlaceHolder 3"/>
          <p:cNvSpPr>
            <a:spLocks noGrp="1"/>
          </p:cNvSpPr>
          <p:nvPr>
            <p:ph type="dt" idx="10"/>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Noto Sans"/>
              </a:defRPr>
            </a:lvl1pPr>
          </a:lstStyle>
          <a:p>
            <a:pPr indent="0">
              <a:buNone/>
            </a:pPr>
            <a:r>
              <a:rPr b="0" lang="en-US" sz="1400" strike="noStrike" u="none">
                <a:solidFill>
                  <a:srgbClr val="000000"/>
                </a:solidFill>
                <a:uFillTx/>
                <a:latin typeface="Noto Sans"/>
              </a:rPr>
              <a:t>&lt;date/time&gt;</a:t>
            </a:r>
            <a:endParaRPr b="0" lang="en-US" sz="1400" strike="noStrike" u="none">
              <a:solidFill>
                <a:srgbClr val="000000"/>
              </a:solidFill>
              <a:uFillTx/>
              <a:latin typeface="Noto Sans"/>
            </a:endParaRPr>
          </a:p>
        </p:txBody>
      </p:sp>
      <p:sp>
        <p:nvSpPr>
          <p:cNvPr id="43" name="PlaceHolder 4"/>
          <p:cNvSpPr>
            <a:spLocks noGrp="1"/>
          </p:cNvSpPr>
          <p:nvPr>
            <p:ph type="ftr" idx="11"/>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Noto Sans"/>
              </a:defRPr>
            </a:lvl1pPr>
          </a:lstStyle>
          <a:p>
            <a:pPr indent="0" algn="ctr">
              <a:buNone/>
            </a:pPr>
            <a:r>
              <a:rPr b="0" lang="en-US" sz="1400" strike="noStrike" u="none">
                <a:solidFill>
                  <a:srgbClr val="000000"/>
                </a:solidFill>
                <a:uFillTx/>
                <a:latin typeface="Noto Sans"/>
              </a:rPr>
              <a:t>&lt;footer&gt;</a:t>
            </a:r>
            <a:endParaRPr b="0" lang="en-US" sz="1400" strike="noStrike" u="none">
              <a:solidFill>
                <a:srgbClr val="000000"/>
              </a:solidFill>
              <a:uFillTx/>
              <a:latin typeface="Noto Sans"/>
            </a:endParaRPr>
          </a:p>
        </p:txBody>
      </p:sp>
      <p:sp>
        <p:nvSpPr>
          <p:cNvPr id="44" name="PlaceHolder 5"/>
          <p:cNvSpPr>
            <a:spLocks noGrp="1"/>
          </p:cNvSpPr>
          <p:nvPr>
            <p:ph type="sldNum" idx="12"/>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Noto Sans"/>
              </a:defRPr>
            </a:lvl1pPr>
          </a:lstStyle>
          <a:p>
            <a:pPr indent="0" algn="r">
              <a:buNone/>
            </a:pPr>
            <a:fld id="{1AFF2539-F6A7-46CD-B014-4D57CE21B026}" type="slidenum">
              <a:rPr b="0" lang="en-US" sz="1400" strike="noStrike" u="none">
                <a:solidFill>
                  <a:srgbClr val="000000"/>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60" r:id="rId4"/>
    <p:sldLayoutId id="2147483661" r:id="rId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84a1"/>
        </a:solidFill>
      </p:bgPr>
    </p:bg>
    <p:spTree>
      <p:nvGrpSpPr>
        <p:cNvPr id="1" name=""/>
        <p:cNvGrpSpPr/>
        <p:nvPr/>
      </p:nvGrpSpPr>
      <p:grpSpPr>
        <a:xfrm>
          <a:off x="0" y="0"/>
          <a:ext cx="0" cy="0"/>
          <a:chOff x="0" y="0"/>
          <a:chExt cx="0" cy="0"/>
        </a:xfrm>
      </p:grpSpPr>
      <p:sp>
        <p:nvSpPr>
          <p:cNvPr id="52" name=""/>
          <p:cNvSpPr/>
          <p:nvPr/>
        </p:nvSpPr>
        <p:spPr>
          <a:xfrm>
            <a:off x="0" y="360000"/>
            <a:ext cx="3600000" cy="576000"/>
          </a:xfrm>
          <a:prstGeom prst="rect">
            <a:avLst/>
          </a:prstGeom>
          <a:solidFill>
            <a:srgbClr val="ffffff"/>
          </a:solidFill>
          <a:ln w="0">
            <a:noFill/>
          </a:ln>
        </p:spPr>
        <p:style>
          <a:lnRef idx="0"/>
          <a:fillRef idx="0"/>
          <a:effectRef idx="0"/>
          <a:fontRef idx="minor"/>
        </p:style>
        <p:txBody>
          <a:bodyPr wrap="none" lIns="0" rIns="0" tIns="0" bIns="0" anchor="ctr">
            <a:noAutofit/>
          </a:bodyPr>
          <a:p>
            <a:pPr algn="ctr"/>
            <a:endParaRPr b="0" lang="en-US" sz="1800" strike="noStrike" u="none">
              <a:solidFill>
                <a:srgbClr val="000000"/>
              </a:solidFill>
              <a:uFillTx/>
              <a:latin typeface="Noto Sans"/>
            </a:endParaRPr>
          </a:p>
        </p:txBody>
      </p:sp>
      <p:sp>
        <p:nvSpPr>
          <p:cNvPr id="53" name="PlaceHolder 1"/>
          <p:cNvSpPr>
            <a:spLocks noGrp="1"/>
          </p:cNvSpPr>
          <p:nvPr>
            <p:ph type="title"/>
          </p:nvPr>
        </p:nvSpPr>
        <p:spPr>
          <a:xfrm>
            <a:off x="0" y="288000"/>
            <a:ext cx="3528000" cy="720000"/>
          </a:xfrm>
          <a:prstGeom prst="rect">
            <a:avLst/>
          </a:prstGeom>
          <a:noFill/>
          <a:ln w="0">
            <a:noFill/>
          </a:ln>
        </p:spPr>
        <p:txBody>
          <a:bodyPr lIns="0" rIns="0" tIns="0" bIns="0" anchor="ctr">
            <a:normAutofit fontScale="77500" lnSpcReduction="19999"/>
          </a:bodyPr>
          <a:p>
            <a:pPr indent="0" algn="r">
              <a:buNone/>
            </a:pPr>
            <a:r>
              <a:rPr b="1" lang="en-US" sz="3200" strike="noStrike" u="none">
                <a:solidFill>
                  <a:srgbClr val="0d84a1"/>
                </a:solidFill>
                <a:uFillTx/>
                <a:latin typeface="Noto Sans"/>
              </a:rPr>
              <a:t>Click to edit the title text format</a:t>
            </a:r>
            <a:endParaRPr b="1" lang="en-US" sz="3200" strike="noStrike" u="none">
              <a:solidFill>
                <a:srgbClr val="0d84a1"/>
              </a:solidFill>
              <a:uFillTx/>
              <a:latin typeface="Noto Sans"/>
            </a:endParaRPr>
          </a:p>
        </p:txBody>
      </p:sp>
      <p:sp>
        <p:nvSpPr>
          <p:cNvPr id="54" name="PlaceHolder 2"/>
          <p:cNvSpPr>
            <a:spLocks noGrp="1"/>
          </p:cNvSpPr>
          <p:nvPr>
            <p:ph type="body"/>
          </p:nvPr>
        </p:nvSpPr>
        <p:spPr>
          <a:xfrm>
            <a:off x="504000" y="1260000"/>
            <a:ext cx="9072000" cy="3780000"/>
          </a:xfrm>
          <a:prstGeom prst="rect">
            <a:avLst/>
          </a:prstGeom>
          <a:noFill/>
          <a:ln w="0">
            <a:noFill/>
          </a:ln>
        </p:spPr>
        <p:txBody>
          <a:bodyPr lIns="0" rIns="0" tIns="0" bIns="0" anchor="t">
            <a:normAutofit/>
          </a:bodyPr>
          <a:p>
            <a:pPr marL="432000" indent="-324000">
              <a:spcBef>
                <a:spcPts val="1417"/>
              </a:spcBef>
              <a:buClr>
                <a:srgbClr val="ffffff"/>
              </a:buClr>
              <a:buSzPct val="45000"/>
              <a:buFont typeface="Wingdings" charset="2"/>
              <a:buChar char=""/>
            </a:pPr>
            <a:r>
              <a:rPr b="0" lang="en-US" sz="3200" strike="noStrike" u="none">
                <a:solidFill>
                  <a:srgbClr val="ffffff"/>
                </a:solidFill>
                <a:uFillTx/>
                <a:latin typeface="Noto Sans"/>
              </a:rPr>
              <a:t>Click to edit the outline text format</a:t>
            </a:r>
            <a:endParaRPr b="0" lang="en-US" sz="3200" strike="noStrike" u="none">
              <a:solidFill>
                <a:srgbClr val="ffffff"/>
              </a:solidFill>
              <a:uFillTx/>
              <a:latin typeface="Noto Sans"/>
            </a:endParaRPr>
          </a:p>
          <a:p>
            <a:pPr lvl="1" marL="864000" indent="-324000">
              <a:spcBef>
                <a:spcPts val="1134"/>
              </a:spcBef>
              <a:buClr>
                <a:srgbClr val="ffffff"/>
              </a:buClr>
              <a:buSzPct val="75000"/>
              <a:buFont typeface="Symbol" charset="2"/>
              <a:buChar char=""/>
            </a:pPr>
            <a:r>
              <a:rPr b="0" lang="en-US" sz="2800" strike="noStrike" u="none">
                <a:solidFill>
                  <a:srgbClr val="ffffff"/>
                </a:solidFill>
                <a:uFillTx/>
                <a:latin typeface="Noto Sans"/>
              </a:rPr>
              <a:t>Second Outline Level</a:t>
            </a:r>
            <a:endParaRPr b="0" lang="en-US" sz="2800" strike="noStrike" u="none">
              <a:solidFill>
                <a:srgbClr val="ffffff"/>
              </a:solidFill>
              <a:uFillTx/>
              <a:latin typeface="Noto Sans"/>
            </a:endParaRPr>
          </a:p>
          <a:p>
            <a:pPr lvl="2" marL="1296000" indent="-288000">
              <a:spcBef>
                <a:spcPts val="850"/>
              </a:spcBef>
              <a:buClr>
                <a:srgbClr val="ffffff"/>
              </a:buClr>
              <a:buSzPct val="45000"/>
              <a:buFont typeface="Wingdings" charset="2"/>
              <a:buChar char=""/>
            </a:pPr>
            <a:r>
              <a:rPr b="0" lang="en-US" sz="2400" strike="noStrike" u="none">
                <a:solidFill>
                  <a:srgbClr val="ffffff"/>
                </a:solidFill>
                <a:uFillTx/>
                <a:latin typeface="Noto Sans"/>
              </a:rPr>
              <a:t>Third Outline Level</a:t>
            </a:r>
            <a:endParaRPr b="0" lang="en-US" sz="2400" strike="noStrike" u="none">
              <a:solidFill>
                <a:srgbClr val="ffffff"/>
              </a:solidFill>
              <a:uFillTx/>
              <a:latin typeface="Noto Sans"/>
            </a:endParaRPr>
          </a:p>
          <a:p>
            <a:pPr lvl="3" marL="1728000" indent="-216000">
              <a:spcBef>
                <a:spcPts val="567"/>
              </a:spcBef>
              <a:buClr>
                <a:srgbClr val="ffffff"/>
              </a:buClr>
              <a:buSzPct val="75000"/>
              <a:buFont typeface="Symbol" charset="2"/>
              <a:buChar char=""/>
            </a:pPr>
            <a:r>
              <a:rPr b="0" lang="en-US" sz="2000" strike="noStrike" u="none">
                <a:solidFill>
                  <a:srgbClr val="ffffff"/>
                </a:solidFill>
                <a:uFillTx/>
                <a:latin typeface="Noto Sans"/>
              </a:rPr>
              <a:t>Fourth Outline Level</a:t>
            </a:r>
            <a:endParaRPr b="0" lang="en-US" sz="2000" strike="noStrike" u="none">
              <a:solidFill>
                <a:srgbClr val="ffffff"/>
              </a:solidFill>
              <a:uFillTx/>
              <a:latin typeface="Noto Sans"/>
            </a:endParaRPr>
          </a:p>
          <a:p>
            <a:pPr lvl="4" marL="2160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Fifth Outline Level</a:t>
            </a:r>
            <a:endParaRPr b="0" lang="en-US" sz="2000" strike="noStrike" u="none">
              <a:solidFill>
                <a:srgbClr val="ffffff"/>
              </a:solidFill>
              <a:uFillTx/>
              <a:latin typeface="Noto Sans"/>
            </a:endParaRPr>
          </a:p>
          <a:p>
            <a:pPr lvl="5" marL="2592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Sixth Outline Level</a:t>
            </a:r>
            <a:endParaRPr b="0" lang="en-US" sz="2000" strike="noStrike" u="none">
              <a:solidFill>
                <a:srgbClr val="ffffff"/>
              </a:solidFill>
              <a:uFillTx/>
              <a:latin typeface="Noto Sans"/>
            </a:endParaRPr>
          </a:p>
          <a:p>
            <a:pPr lvl="6" marL="3024000" indent="-216000">
              <a:spcBef>
                <a:spcPts val="283"/>
              </a:spcBef>
              <a:buClr>
                <a:srgbClr val="ffffff"/>
              </a:buClr>
              <a:buSzPct val="45000"/>
              <a:buFont typeface="Wingdings" charset="2"/>
              <a:buChar char=""/>
            </a:pPr>
            <a:r>
              <a:rPr b="0" lang="en-US" sz="2000" strike="noStrike" u="none">
                <a:solidFill>
                  <a:srgbClr val="ffffff"/>
                </a:solidFill>
                <a:uFillTx/>
                <a:latin typeface="Noto Sans"/>
              </a:rPr>
              <a:t>Seventh Outline Level</a:t>
            </a:r>
            <a:endParaRPr b="0" lang="en-US" sz="2000" strike="noStrike" u="none">
              <a:solidFill>
                <a:srgbClr val="ffffff"/>
              </a:solidFill>
              <a:uFillTx/>
              <a:latin typeface="Noto Sans"/>
            </a:endParaRPr>
          </a:p>
        </p:txBody>
      </p:sp>
      <p:sp>
        <p:nvSpPr>
          <p:cNvPr id="55" name="PlaceHolder 3"/>
          <p:cNvSpPr>
            <a:spLocks noGrp="1"/>
          </p:cNvSpPr>
          <p:nvPr>
            <p:ph type="dt" idx="13"/>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ffffff"/>
                </a:solidFill>
                <a:uFillTx/>
                <a:latin typeface="Noto Sans"/>
              </a:defRPr>
            </a:lvl1pPr>
          </a:lstStyle>
          <a:p>
            <a:pPr indent="0">
              <a:buNone/>
            </a:pPr>
            <a:r>
              <a:rPr b="0" lang="en-US" sz="1400" strike="noStrike" u="none">
                <a:solidFill>
                  <a:srgbClr val="ffffff"/>
                </a:solidFill>
                <a:uFillTx/>
                <a:latin typeface="Noto Sans"/>
              </a:rPr>
              <a:t>&lt;date/time&gt;</a:t>
            </a:r>
            <a:endParaRPr b="0" lang="en-US" sz="1400" strike="noStrike" u="none">
              <a:solidFill>
                <a:srgbClr val="000000"/>
              </a:solidFill>
              <a:uFillTx/>
              <a:latin typeface="Noto Sans"/>
            </a:endParaRPr>
          </a:p>
        </p:txBody>
      </p:sp>
      <p:sp>
        <p:nvSpPr>
          <p:cNvPr id="56" name="PlaceHolder 4"/>
          <p:cNvSpPr>
            <a:spLocks noGrp="1"/>
          </p:cNvSpPr>
          <p:nvPr>
            <p:ph type="ftr" idx="14"/>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ffffff"/>
                </a:solidFill>
                <a:uFillTx/>
                <a:latin typeface="Noto Sans"/>
              </a:defRPr>
            </a:lvl1pPr>
          </a:lstStyle>
          <a:p>
            <a:pPr indent="0" algn="ctr">
              <a:buNone/>
            </a:pPr>
            <a:r>
              <a:rPr b="0" lang="en-US" sz="1400" strike="noStrike" u="none">
                <a:solidFill>
                  <a:srgbClr val="ffffff"/>
                </a:solidFill>
                <a:uFillTx/>
                <a:latin typeface="Noto Sans"/>
              </a:rPr>
              <a:t>&lt;footer&gt;</a:t>
            </a:r>
            <a:endParaRPr b="0" lang="en-US" sz="1400" strike="noStrike" u="none">
              <a:solidFill>
                <a:srgbClr val="ffffff"/>
              </a:solidFill>
              <a:uFillTx/>
              <a:latin typeface="Noto Sans"/>
            </a:endParaRPr>
          </a:p>
        </p:txBody>
      </p:sp>
      <p:sp>
        <p:nvSpPr>
          <p:cNvPr id="57" name="PlaceHolder 5"/>
          <p:cNvSpPr>
            <a:spLocks noGrp="1"/>
          </p:cNvSpPr>
          <p:nvPr>
            <p:ph type="sldNum" idx="15"/>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ffffff"/>
                </a:solidFill>
                <a:uFillTx/>
                <a:latin typeface="Noto Sans"/>
              </a:defRPr>
            </a:lvl1pPr>
          </a:lstStyle>
          <a:p>
            <a:pPr indent="0" algn="r">
              <a:buNone/>
            </a:pPr>
            <a:fld id="{22CE7395-F135-467F-B54C-1C0B90552C7C}" type="slidenum">
              <a:rPr b="0" lang="en-US" sz="1400" strike="noStrike" u="none">
                <a:solidFill>
                  <a:srgbClr val="ffffff"/>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63"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
          <p:cNvSpPr/>
          <p:nvPr/>
        </p:nvSpPr>
        <p:spPr>
          <a:xfrm>
            <a:off x="0" y="360000"/>
            <a:ext cx="3600000" cy="576000"/>
          </a:xfrm>
          <a:prstGeom prst="rect">
            <a:avLst/>
          </a:prstGeom>
          <a:solidFill>
            <a:srgbClr val="0d84a1"/>
          </a:solidFill>
          <a:ln w="0">
            <a:noFill/>
          </a:ln>
        </p:spPr>
        <p:style>
          <a:lnRef idx="0"/>
          <a:fillRef idx="0"/>
          <a:effectRef idx="0"/>
          <a:fontRef idx="minor"/>
        </p:style>
        <p:txBody>
          <a:bodyPr wrap="none" lIns="0" rIns="0" tIns="0" bIns="0" anchor="ctr">
            <a:noAutofit/>
          </a:bodyPr>
          <a:p>
            <a:pPr algn="ctr"/>
            <a:endParaRPr b="0" lang="en-US" sz="1800" strike="noStrike" u="none">
              <a:solidFill>
                <a:srgbClr val="ffffff"/>
              </a:solidFill>
              <a:uFillTx/>
              <a:latin typeface="Noto Sans"/>
            </a:endParaRPr>
          </a:p>
        </p:txBody>
      </p:sp>
      <p:sp>
        <p:nvSpPr>
          <p:cNvPr id="61" name="PlaceHolder 1"/>
          <p:cNvSpPr>
            <a:spLocks noGrp="1"/>
          </p:cNvSpPr>
          <p:nvPr>
            <p:ph type="title"/>
          </p:nvPr>
        </p:nvSpPr>
        <p:spPr>
          <a:xfrm>
            <a:off x="0" y="288000"/>
            <a:ext cx="3528000" cy="720000"/>
          </a:xfrm>
          <a:prstGeom prst="rect">
            <a:avLst/>
          </a:prstGeom>
          <a:noFill/>
          <a:ln w="0">
            <a:noFill/>
          </a:ln>
        </p:spPr>
        <p:txBody>
          <a:bodyPr lIns="0" rIns="0" tIns="0" bIns="0" anchor="ctr">
            <a:normAutofit fontScale="77500" lnSpcReduction="19999"/>
          </a:bodyPr>
          <a:p>
            <a:pPr indent="0" algn="r">
              <a:buNone/>
            </a:pPr>
            <a:r>
              <a:rPr b="1" lang="en-US" sz="3200" strike="noStrike" u="none">
                <a:solidFill>
                  <a:srgbClr val="ffffff"/>
                </a:solidFill>
                <a:uFillTx/>
                <a:latin typeface="Noto Sans"/>
              </a:rPr>
              <a:t>Click to edit the title text format</a:t>
            </a:r>
            <a:endParaRPr b="1" lang="en-US" sz="3200" strike="noStrike" u="none">
              <a:solidFill>
                <a:srgbClr val="ffffff"/>
              </a:solidFill>
              <a:uFillTx/>
              <a:latin typeface="Noto Sans"/>
            </a:endParaRPr>
          </a:p>
        </p:txBody>
      </p:sp>
      <p:sp>
        <p:nvSpPr>
          <p:cNvPr id="62" name="PlaceHolder 2"/>
          <p:cNvSpPr>
            <a:spLocks noGrp="1"/>
          </p:cNvSpPr>
          <p:nvPr>
            <p:ph type="body"/>
          </p:nvPr>
        </p:nvSpPr>
        <p:spPr>
          <a:xfrm>
            <a:off x="504000" y="1260000"/>
            <a:ext cx="9072000" cy="3780000"/>
          </a:xfrm>
          <a:prstGeom prst="rect">
            <a:avLst/>
          </a:prstGeom>
          <a:noFill/>
          <a:ln w="0">
            <a:noFill/>
          </a:ln>
        </p:spPr>
        <p:txBody>
          <a:bodyPr lIns="0" rIns="0" tIns="0" bIns="0" anchor="t">
            <a:normAutofit/>
          </a:bodyPr>
          <a:p>
            <a:pPr marL="432000" indent="-324000">
              <a:spcBef>
                <a:spcPts val="1417"/>
              </a:spcBef>
              <a:buClr>
                <a:srgbClr val="666666"/>
              </a:buClr>
              <a:buSzPct val="45000"/>
              <a:buFont typeface="Wingdings" charset="2"/>
              <a:buChar char=""/>
            </a:pPr>
            <a:r>
              <a:rPr b="0" lang="en-US" sz="3200" strike="noStrike" u="none">
                <a:solidFill>
                  <a:srgbClr val="666666"/>
                </a:solidFill>
                <a:uFillTx/>
                <a:latin typeface="Noto Sans"/>
              </a:rPr>
              <a:t>Click to edit the outline text format</a:t>
            </a:r>
            <a:endParaRPr b="0" lang="en-US" sz="3200" strike="noStrike" u="none">
              <a:solidFill>
                <a:srgbClr val="666666"/>
              </a:solidFill>
              <a:uFillTx/>
              <a:latin typeface="Noto Sans"/>
            </a:endParaRPr>
          </a:p>
          <a:p>
            <a:pPr lvl="1" marL="864000" indent="-324000">
              <a:spcBef>
                <a:spcPts val="1134"/>
              </a:spcBef>
              <a:buClr>
                <a:srgbClr val="666666"/>
              </a:buClr>
              <a:buSzPct val="75000"/>
              <a:buFont typeface="Symbol" charset="2"/>
              <a:buChar char=""/>
            </a:pPr>
            <a:r>
              <a:rPr b="0" lang="en-US" sz="2800" strike="noStrike" u="none">
                <a:solidFill>
                  <a:srgbClr val="666666"/>
                </a:solidFill>
                <a:uFillTx/>
                <a:latin typeface="Noto Sans"/>
              </a:rPr>
              <a:t>Second Outline Level</a:t>
            </a:r>
            <a:endParaRPr b="0" lang="en-US" sz="2800" strike="noStrike" u="none">
              <a:solidFill>
                <a:srgbClr val="666666"/>
              </a:solidFill>
              <a:uFillTx/>
              <a:latin typeface="Noto Sans"/>
            </a:endParaRPr>
          </a:p>
          <a:p>
            <a:pPr lvl="2" marL="1296000" indent="-288000">
              <a:spcBef>
                <a:spcPts val="850"/>
              </a:spcBef>
              <a:buClr>
                <a:srgbClr val="666666"/>
              </a:buClr>
              <a:buSzPct val="45000"/>
              <a:buFont typeface="Wingdings" charset="2"/>
              <a:buChar char=""/>
            </a:pPr>
            <a:r>
              <a:rPr b="0" lang="en-US" sz="2400" strike="noStrike" u="none">
                <a:solidFill>
                  <a:srgbClr val="666666"/>
                </a:solidFill>
                <a:uFillTx/>
                <a:latin typeface="Noto Sans"/>
              </a:rPr>
              <a:t>Third Outline Level</a:t>
            </a:r>
            <a:endParaRPr b="0" lang="en-US" sz="2400" strike="noStrike" u="none">
              <a:solidFill>
                <a:srgbClr val="666666"/>
              </a:solidFill>
              <a:uFillTx/>
              <a:latin typeface="Noto Sans"/>
            </a:endParaRPr>
          </a:p>
          <a:p>
            <a:pPr lvl="3" marL="1728000" indent="-216000">
              <a:spcBef>
                <a:spcPts val="567"/>
              </a:spcBef>
              <a:buClr>
                <a:srgbClr val="666666"/>
              </a:buClr>
              <a:buSzPct val="75000"/>
              <a:buFont typeface="Symbol" charset="2"/>
              <a:buChar char=""/>
            </a:pPr>
            <a:r>
              <a:rPr b="0" lang="en-US" sz="2000" strike="noStrike" u="none">
                <a:solidFill>
                  <a:srgbClr val="666666"/>
                </a:solidFill>
                <a:uFillTx/>
                <a:latin typeface="Noto Sans"/>
              </a:rPr>
              <a:t>Fourth Outline Level</a:t>
            </a:r>
            <a:endParaRPr b="0" lang="en-US" sz="2000" strike="noStrike" u="none">
              <a:solidFill>
                <a:srgbClr val="666666"/>
              </a:solidFill>
              <a:uFillTx/>
              <a:latin typeface="Noto Sans"/>
            </a:endParaRPr>
          </a:p>
          <a:p>
            <a:pPr lvl="4" marL="2160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Fifth Outline Level</a:t>
            </a:r>
            <a:endParaRPr b="0" lang="en-US" sz="2000" strike="noStrike" u="none">
              <a:solidFill>
                <a:srgbClr val="666666"/>
              </a:solidFill>
              <a:uFillTx/>
              <a:latin typeface="Noto Sans"/>
            </a:endParaRPr>
          </a:p>
          <a:p>
            <a:pPr lvl="5" marL="2592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Sixth Outline Level</a:t>
            </a:r>
            <a:endParaRPr b="0" lang="en-US" sz="2000" strike="noStrike" u="none">
              <a:solidFill>
                <a:srgbClr val="666666"/>
              </a:solidFill>
              <a:uFillTx/>
              <a:latin typeface="Noto Sans"/>
            </a:endParaRPr>
          </a:p>
          <a:p>
            <a:pPr lvl="6" marL="3024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Seventh Outline Level</a:t>
            </a:r>
            <a:endParaRPr b="0" lang="en-US" sz="2000" strike="noStrike" u="none">
              <a:solidFill>
                <a:srgbClr val="666666"/>
              </a:solidFill>
              <a:uFillTx/>
              <a:latin typeface="Noto Sans"/>
            </a:endParaRPr>
          </a:p>
        </p:txBody>
      </p:sp>
      <p:sp>
        <p:nvSpPr>
          <p:cNvPr id="63" name="PlaceHolder 3"/>
          <p:cNvSpPr>
            <a:spLocks noGrp="1"/>
          </p:cNvSpPr>
          <p:nvPr>
            <p:ph type="dt" idx="16"/>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Noto Sans"/>
              </a:defRPr>
            </a:lvl1pPr>
          </a:lstStyle>
          <a:p>
            <a:pPr indent="0">
              <a:buNone/>
            </a:pPr>
            <a:r>
              <a:rPr b="0" lang="en-US" sz="1400" strike="noStrike" u="none">
                <a:solidFill>
                  <a:srgbClr val="000000"/>
                </a:solidFill>
                <a:uFillTx/>
                <a:latin typeface="Noto Sans"/>
              </a:rPr>
              <a:t>&lt;date/time&gt;</a:t>
            </a:r>
            <a:endParaRPr b="0" lang="en-US" sz="1400" strike="noStrike" u="none">
              <a:solidFill>
                <a:srgbClr val="000000"/>
              </a:solidFill>
              <a:uFillTx/>
              <a:latin typeface="Noto Sans"/>
            </a:endParaRPr>
          </a:p>
        </p:txBody>
      </p:sp>
      <p:sp>
        <p:nvSpPr>
          <p:cNvPr id="64" name="PlaceHolder 4"/>
          <p:cNvSpPr>
            <a:spLocks noGrp="1"/>
          </p:cNvSpPr>
          <p:nvPr>
            <p:ph type="ftr" idx="17"/>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Noto Sans"/>
              </a:defRPr>
            </a:lvl1pPr>
          </a:lstStyle>
          <a:p>
            <a:pPr indent="0" algn="ctr">
              <a:buNone/>
            </a:pPr>
            <a:r>
              <a:rPr b="0" lang="en-US" sz="1400" strike="noStrike" u="none">
                <a:solidFill>
                  <a:srgbClr val="000000"/>
                </a:solidFill>
                <a:uFillTx/>
                <a:latin typeface="Noto Sans"/>
              </a:rPr>
              <a:t>&lt;footer&gt;</a:t>
            </a:r>
            <a:endParaRPr b="0" lang="en-US" sz="1400" strike="noStrike" u="none">
              <a:solidFill>
                <a:srgbClr val="000000"/>
              </a:solidFill>
              <a:uFillTx/>
              <a:latin typeface="Noto Sans"/>
            </a:endParaRPr>
          </a:p>
        </p:txBody>
      </p:sp>
      <p:sp>
        <p:nvSpPr>
          <p:cNvPr id="65" name="PlaceHolder 5"/>
          <p:cNvSpPr>
            <a:spLocks noGrp="1"/>
          </p:cNvSpPr>
          <p:nvPr>
            <p:ph type="sldNum" idx="18"/>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Noto Sans"/>
              </a:defRPr>
            </a:lvl1pPr>
          </a:lstStyle>
          <a:p>
            <a:pPr indent="0" algn="r">
              <a:buNone/>
            </a:pPr>
            <a:fld id="{7BA877CF-C85D-4629-9774-8318BFD08AD6}" type="slidenum">
              <a:rPr b="0" lang="en-US" sz="1400" strike="noStrike" u="none">
                <a:solidFill>
                  <a:srgbClr val="000000"/>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65"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
          <p:cNvSpPr/>
          <p:nvPr/>
        </p:nvSpPr>
        <p:spPr>
          <a:xfrm>
            <a:off x="7611120" y="-360"/>
            <a:ext cx="2468880" cy="5670360"/>
          </a:xfrm>
          <a:custGeom>
            <a:avLst/>
            <a:gdLst/>
            <a:ahLst/>
            <a:rect l="0" t="0" r="r" b="b"/>
            <a:pathLst>
              <a:path w="6858" h="15751">
                <a:moveTo>
                  <a:pt x="6858" y="0"/>
                </a:moveTo>
                <a:cubicBezTo>
                  <a:pt x="6858" y="5250"/>
                  <a:pt x="6858" y="10501"/>
                  <a:pt x="6858" y="15751"/>
                </a:cubicBezTo>
                <a:cubicBezTo>
                  <a:pt x="6181" y="15751"/>
                  <a:pt x="2286" y="15751"/>
                  <a:pt x="0" y="15751"/>
                </a:cubicBezTo>
                <a:cubicBezTo>
                  <a:pt x="2253" y="10501"/>
                  <a:pt x="4505" y="5250"/>
                  <a:pt x="6758" y="0"/>
                </a:cubicBezTo>
                <a:cubicBezTo>
                  <a:pt x="6791" y="0"/>
                  <a:pt x="6181" y="0"/>
                  <a:pt x="6858" y="0"/>
                </a:cubicBezTo>
                <a:close/>
              </a:path>
            </a:pathLst>
          </a:custGeom>
          <a:solidFill>
            <a:srgbClr val="0d84a1"/>
          </a:solidFill>
          <a:ln w="0">
            <a:noFill/>
          </a:ln>
        </p:spPr>
        <p:txBody>
          <a:bodyPr lIns="0" rIns="0" tIns="0" bIns="0" anchor="ctr">
            <a:noAutofit/>
          </a:bodyPr>
          <a:p>
            <a:pPr algn="ctr"/>
            <a:endParaRPr b="0" lang="en-US" sz="1800" strike="noStrike" u="none">
              <a:solidFill>
                <a:srgbClr val="ffffff"/>
              </a:solidFill>
              <a:uFillTx/>
              <a:latin typeface="Noto Sans"/>
            </a:endParaRPr>
          </a:p>
        </p:txBody>
      </p:sp>
      <p:sp>
        <p:nvSpPr>
          <p:cNvPr id="69" name=""/>
          <p:cNvSpPr/>
          <p:nvPr/>
        </p:nvSpPr>
        <p:spPr>
          <a:xfrm>
            <a:off x="0" y="0"/>
            <a:ext cx="2468880" cy="5670360"/>
          </a:xfrm>
          <a:custGeom>
            <a:avLst/>
            <a:gdLst/>
            <a:ahLst/>
            <a:rect l="0" t="0" r="r" b="b"/>
            <a:pathLst>
              <a:path w="6858" h="15751">
                <a:moveTo>
                  <a:pt x="0" y="15751"/>
                </a:moveTo>
                <a:cubicBezTo>
                  <a:pt x="0" y="10501"/>
                  <a:pt x="0" y="5250"/>
                  <a:pt x="0" y="0"/>
                </a:cubicBezTo>
                <a:cubicBezTo>
                  <a:pt x="677" y="0"/>
                  <a:pt x="4572" y="0"/>
                  <a:pt x="6858" y="0"/>
                </a:cubicBezTo>
                <a:cubicBezTo>
                  <a:pt x="4605" y="5250"/>
                  <a:pt x="2353" y="10501"/>
                  <a:pt x="100" y="15751"/>
                </a:cubicBezTo>
                <a:cubicBezTo>
                  <a:pt x="67" y="15751"/>
                  <a:pt x="677" y="15751"/>
                  <a:pt x="0" y="15751"/>
                </a:cubicBezTo>
                <a:close/>
              </a:path>
            </a:pathLst>
          </a:custGeom>
          <a:solidFill>
            <a:srgbClr val="0d84a1"/>
          </a:solidFill>
          <a:ln w="0">
            <a:noFill/>
          </a:ln>
        </p:spPr>
        <p:txBody>
          <a:bodyPr lIns="0" rIns="0" tIns="0" bIns="0" anchor="ctr">
            <a:noAutofit/>
          </a:bodyPr>
          <a:p>
            <a:pPr algn="ctr"/>
            <a:endParaRPr b="0" lang="en-US" sz="1800" strike="noStrike" u="none">
              <a:solidFill>
                <a:srgbClr val="ffffff"/>
              </a:solidFill>
              <a:uFillTx/>
              <a:latin typeface="Noto Sans"/>
            </a:endParaRPr>
          </a:p>
        </p:txBody>
      </p:sp>
      <p:sp>
        <p:nvSpPr>
          <p:cNvPr id="70" name="PlaceHolder 1"/>
          <p:cNvSpPr>
            <a:spLocks noGrp="1"/>
          </p:cNvSpPr>
          <p:nvPr>
            <p:ph type="title"/>
          </p:nvPr>
        </p:nvSpPr>
        <p:spPr>
          <a:xfrm>
            <a:off x="504000" y="216000"/>
            <a:ext cx="9072000" cy="1080000"/>
          </a:xfrm>
          <a:prstGeom prst="rect">
            <a:avLst/>
          </a:prstGeom>
          <a:noFill/>
          <a:ln w="0">
            <a:noFill/>
          </a:ln>
        </p:spPr>
        <p:txBody>
          <a:bodyPr lIns="0" rIns="0" tIns="0" bIns="0" anchor="ctr">
            <a:normAutofit fontScale="77500" lnSpcReduction="19999"/>
          </a:bodyPr>
          <a:p>
            <a:pPr indent="0">
              <a:buNone/>
            </a:pPr>
            <a:r>
              <a:rPr b="1" lang="en-US" sz="5400" strike="noStrike" u="none">
                <a:solidFill>
                  <a:srgbClr val="ffffff"/>
                </a:solidFill>
                <a:highlight>
                  <a:srgbClr val="0d84a1"/>
                </a:highlight>
                <a:uFillTx/>
                <a:latin typeface="Noto Sans"/>
              </a:rPr>
              <a:t>Click to edit the title text format</a:t>
            </a:r>
            <a:endParaRPr b="1" lang="en-US" sz="5400" strike="noStrike" u="none">
              <a:solidFill>
                <a:srgbClr val="ffffff"/>
              </a:solidFill>
              <a:highlight>
                <a:srgbClr val="0d84a1"/>
              </a:highlight>
              <a:uFillTx/>
              <a:latin typeface="Noto Sans"/>
            </a:endParaRPr>
          </a:p>
        </p:txBody>
      </p:sp>
      <p:sp>
        <p:nvSpPr>
          <p:cNvPr id="71" name="PlaceHolder 2"/>
          <p:cNvSpPr>
            <a:spLocks noGrp="1"/>
          </p:cNvSpPr>
          <p:nvPr>
            <p:ph type="body"/>
          </p:nvPr>
        </p:nvSpPr>
        <p:spPr>
          <a:xfrm>
            <a:off x="504000" y="1440000"/>
            <a:ext cx="9072000" cy="36000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uFillTx/>
                <a:latin typeface="Noto Sans"/>
              </a:rPr>
              <a:t>Click to edit the outline text format</a:t>
            </a:r>
            <a:endParaRPr b="0" lang="en-US" sz="3200" strike="noStrike" u="none">
              <a:solidFill>
                <a:srgbClr val="000000"/>
              </a:solidFill>
              <a:uFillTx/>
              <a:latin typeface="Noto Sans"/>
            </a:endParaRPr>
          </a:p>
          <a:p>
            <a:pPr lvl="1" marL="864000" indent="-324000">
              <a:spcBef>
                <a:spcPts val="1134"/>
              </a:spcBef>
              <a:buClr>
                <a:srgbClr val="000000"/>
              </a:buClr>
              <a:buSzPct val="75000"/>
              <a:buFont typeface="Symbol" charset="2"/>
              <a:buChar char=""/>
            </a:pPr>
            <a:r>
              <a:rPr b="0" lang="en-US" sz="2800" strike="noStrike" u="none">
                <a:solidFill>
                  <a:srgbClr val="000000"/>
                </a:solidFill>
                <a:uFillTx/>
                <a:latin typeface="Noto Sans"/>
              </a:rPr>
              <a:t>Second Outline Level</a:t>
            </a:r>
            <a:endParaRPr b="0" lang="en-US" sz="2800" strike="noStrike" u="none">
              <a:solidFill>
                <a:srgbClr val="000000"/>
              </a:solidFill>
              <a:uFillTx/>
              <a:latin typeface="Noto Sans"/>
            </a:endParaRPr>
          </a:p>
          <a:p>
            <a:pPr lvl="2" marL="1296000" indent="-288000">
              <a:spcBef>
                <a:spcPts val="850"/>
              </a:spcBef>
              <a:buClr>
                <a:srgbClr val="000000"/>
              </a:buClr>
              <a:buSzPct val="45000"/>
              <a:buFont typeface="Wingdings" charset="2"/>
              <a:buChar char=""/>
            </a:pPr>
            <a:r>
              <a:rPr b="0" lang="en-US" sz="2400" strike="noStrike" u="none">
                <a:solidFill>
                  <a:srgbClr val="000000"/>
                </a:solidFill>
                <a:uFillTx/>
                <a:latin typeface="Noto Sans"/>
              </a:rPr>
              <a:t>Third Outline Level</a:t>
            </a:r>
            <a:endParaRPr b="0" lang="en-US" sz="2400" strike="noStrike" u="none">
              <a:solidFill>
                <a:srgbClr val="000000"/>
              </a:solidFill>
              <a:uFillTx/>
              <a:latin typeface="Noto Sans"/>
            </a:endParaRPr>
          </a:p>
          <a:p>
            <a:pPr lvl="3" marL="1728000" indent="-216000">
              <a:spcBef>
                <a:spcPts val="567"/>
              </a:spcBef>
              <a:buClr>
                <a:srgbClr val="000000"/>
              </a:buClr>
              <a:buSzPct val="75000"/>
              <a:buFont typeface="Symbol" charset="2"/>
              <a:buChar char=""/>
            </a:pPr>
            <a:r>
              <a:rPr b="0" lang="en-US" sz="2000" strike="noStrike" u="none">
                <a:solidFill>
                  <a:srgbClr val="000000"/>
                </a:solidFill>
                <a:uFillTx/>
                <a:latin typeface="Noto Sans"/>
              </a:rPr>
              <a:t>Fourth Outline Level</a:t>
            </a:r>
            <a:endParaRPr b="0" lang="en-US" sz="2000" strike="noStrike" u="none">
              <a:solidFill>
                <a:srgbClr val="000000"/>
              </a:solidFill>
              <a:uFillTx/>
              <a:latin typeface="Noto Sans"/>
            </a:endParaRPr>
          </a:p>
          <a:p>
            <a:pPr lvl="4" marL="2160000" indent="-216000">
              <a:spcBef>
                <a:spcPts val="283"/>
              </a:spcBef>
              <a:buClr>
                <a:srgbClr val="000000"/>
              </a:buClr>
              <a:buSzPct val="45000"/>
              <a:buFont typeface="Wingdings" charset="2"/>
              <a:buChar char=""/>
            </a:pPr>
            <a:r>
              <a:rPr b="0" lang="en-US" sz="2000" strike="noStrike" u="none">
                <a:solidFill>
                  <a:srgbClr val="000000"/>
                </a:solidFill>
                <a:uFillTx/>
                <a:latin typeface="Noto Sans"/>
              </a:rPr>
              <a:t>Fifth Outline Level</a:t>
            </a:r>
            <a:endParaRPr b="0" lang="en-US" sz="2000" strike="noStrike" u="none">
              <a:solidFill>
                <a:srgbClr val="000000"/>
              </a:solidFill>
              <a:uFillTx/>
              <a:latin typeface="Noto Sans"/>
            </a:endParaRPr>
          </a:p>
          <a:p>
            <a:pPr lvl="5" marL="2592000" indent="-216000">
              <a:spcBef>
                <a:spcPts val="283"/>
              </a:spcBef>
              <a:buClr>
                <a:srgbClr val="000000"/>
              </a:buClr>
              <a:buSzPct val="45000"/>
              <a:buFont typeface="Wingdings" charset="2"/>
              <a:buChar char=""/>
            </a:pPr>
            <a:r>
              <a:rPr b="0" lang="en-US" sz="2000" strike="noStrike" u="none">
                <a:solidFill>
                  <a:srgbClr val="000000"/>
                </a:solidFill>
                <a:uFillTx/>
                <a:latin typeface="Noto Sans"/>
              </a:rPr>
              <a:t>Sixth Outline Level</a:t>
            </a:r>
            <a:endParaRPr b="0" lang="en-US" sz="2000" strike="noStrike" u="none">
              <a:solidFill>
                <a:srgbClr val="000000"/>
              </a:solidFill>
              <a:uFillTx/>
              <a:latin typeface="Noto Sans"/>
            </a:endParaRPr>
          </a:p>
          <a:p>
            <a:pPr lvl="6" marL="3024000" indent="-216000">
              <a:spcBef>
                <a:spcPts val="283"/>
              </a:spcBef>
              <a:buClr>
                <a:srgbClr val="000000"/>
              </a:buClr>
              <a:buSzPct val="45000"/>
              <a:buFont typeface="Wingdings" charset="2"/>
              <a:buChar char=""/>
            </a:pPr>
            <a:r>
              <a:rPr b="0" lang="en-US" sz="2000" strike="noStrike" u="none">
                <a:solidFill>
                  <a:srgbClr val="000000"/>
                </a:solidFill>
                <a:uFillTx/>
                <a:latin typeface="Noto Sans"/>
              </a:rPr>
              <a:t>Seventh Outline Level</a:t>
            </a:r>
            <a:endParaRPr b="0" lang="en-US" sz="2000" strike="noStrike" u="none">
              <a:solidFill>
                <a:srgbClr val="000000"/>
              </a:solidFill>
              <a:uFillTx/>
              <a:latin typeface="Noto Sans"/>
            </a:endParaRPr>
          </a:p>
        </p:txBody>
      </p:sp>
      <p:sp>
        <p:nvSpPr>
          <p:cNvPr id="72" name="PlaceHolder 3"/>
          <p:cNvSpPr>
            <a:spLocks noGrp="1"/>
          </p:cNvSpPr>
          <p:nvPr>
            <p:ph type="dt" idx="19"/>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Noto Sans"/>
              </a:defRPr>
            </a:lvl1pPr>
          </a:lstStyle>
          <a:p>
            <a:pPr indent="0">
              <a:buNone/>
            </a:pPr>
            <a:r>
              <a:rPr b="0" lang="en-US" sz="1400" strike="noStrike" u="none">
                <a:solidFill>
                  <a:srgbClr val="000000"/>
                </a:solidFill>
                <a:uFillTx/>
                <a:latin typeface="Noto Sans"/>
              </a:rPr>
              <a:t>&lt;date/time&gt;</a:t>
            </a:r>
            <a:endParaRPr b="0" lang="en-US" sz="1400" strike="noStrike" u="none">
              <a:solidFill>
                <a:srgbClr val="000000"/>
              </a:solidFill>
              <a:uFillTx/>
              <a:latin typeface="Noto Sans"/>
            </a:endParaRPr>
          </a:p>
        </p:txBody>
      </p:sp>
      <p:sp>
        <p:nvSpPr>
          <p:cNvPr id="73" name="PlaceHolder 4"/>
          <p:cNvSpPr>
            <a:spLocks noGrp="1"/>
          </p:cNvSpPr>
          <p:nvPr>
            <p:ph type="ftr" idx="20"/>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Noto Sans"/>
              </a:defRPr>
            </a:lvl1pPr>
          </a:lstStyle>
          <a:p>
            <a:pPr indent="0" algn="ctr">
              <a:buNone/>
            </a:pPr>
            <a:r>
              <a:rPr b="0" lang="en-US" sz="1400" strike="noStrike" u="none">
                <a:solidFill>
                  <a:srgbClr val="000000"/>
                </a:solidFill>
                <a:uFillTx/>
                <a:latin typeface="Noto Sans"/>
              </a:rPr>
              <a:t>&lt;footer&gt;</a:t>
            </a:r>
            <a:endParaRPr b="0" lang="en-US" sz="1400" strike="noStrike" u="none">
              <a:solidFill>
                <a:srgbClr val="000000"/>
              </a:solidFill>
              <a:uFillTx/>
              <a:latin typeface="Noto Sans"/>
            </a:endParaRPr>
          </a:p>
        </p:txBody>
      </p:sp>
      <p:sp>
        <p:nvSpPr>
          <p:cNvPr id="74" name="PlaceHolder 5"/>
          <p:cNvSpPr>
            <a:spLocks noGrp="1"/>
          </p:cNvSpPr>
          <p:nvPr>
            <p:ph type="sldNum" idx="21"/>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ffffff"/>
                </a:solidFill>
                <a:uFillTx/>
                <a:latin typeface="Noto Sans"/>
              </a:defRPr>
            </a:lvl1pPr>
          </a:lstStyle>
          <a:p>
            <a:pPr indent="0" algn="r">
              <a:buNone/>
            </a:pPr>
            <a:fld id="{F9A95C31-08E8-440B-89D2-4EF5BF0DFEB5}" type="slidenum">
              <a:rPr b="0" lang="en-US" sz="1400" strike="noStrike" u="none">
                <a:solidFill>
                  <a:srgbClr val="ffffff"/>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67" r:id="rId2"/>
    <p:sldLayoutId id="2147483668"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
          <p:cNvSpPr/>
          <p:nvPr/>
        </p:nvSpPr>
        <p:spPr>
          <a:xfrm>
            <a:off x="0" y="0"/>
            <a:ext cx="10080360" cy="1645920"/>
          </a:xfrm>
          <a:custGeom>
            <a:avLst/>
            <a:gdLst/>
            <a:ahLst/>
            <a:rect l="0" t="0" r="r" b="b"/>
            <a:pathLst>
              <a:path w="28001" h="4572">
                <a:moveTo>
                  <a:pt x="0" y="4572"/>
                </a:moveTo>
                <a:lnTo>
                  <a:pt x="0" y="0"/>
                </a:lnTo>
                <a:lnTo>
                  <a:pt x="28001" y="0"/>
                </a:lnTo>
                <a:lnTo>
                  <a:pt x="0" y="4572"/>
                </a:lnTo>
                <a:close/>
              </a:path>
            </a:pathLst>
          </a:custGeom>
          <a:solidFill>
            <a:srgbClr val="0d84a1"/>
          </a:solidFill>
          <a:ln w="0">
            <a:noFill/>
          </a:ln>
        </p:spPr>
        <p:txBody>
          <a:bodyPr lIns="0" rIns="0" tIns="0" bIns="0" anchor="ctr">
            <a:noAutofit/>
          </a:bodyPr>
          <a:p>
            <a:pPr algn="ctr"/>
            <a:endParaRPr b="0" lang="en-US" sz="1800" strike="noStrike" u="none">
              <a:solidFill>
                <a:srgbClr val="ffffff"/>
              </a:solidFill>
              <a:uFillTx/>
              <a:latin typeface="Noto Sans"/>
            </a:endParaRPr>
          </a:p>
        </p:txBody>
      </p:sp>
      <p:sp>
        <p:nvSpPr>
          <p:cNvPr id="79" name=""/>
          <p:cNvSpPr/>
          <p:nvPr/>
        </p:nvSpPr>
        <p:spPr>
          <a:xfrm>
            <a:off x="4104000" y="4842000"/>
            <a:ext cx="5976360" cy="828360"/>
          </a:xfrm>
          <a:custGeom>
            <a:avLst/>
            <a:gdLst/>
            <a:ahLst/>
            <a:rect l="0" t="0" r="r" b="b"/>
            <a:pathLst>
              <a:path w="16601" h="2301">
                <a:moveTo>
                  <a:pt x="0" y="2301"/>
                </a:moveTo>
                <a:lnTo>
                  <a:pt x="16601" y="2301"/>
                </a:lnTo>
                <a:lnTo>
                  <a:pt x="16601" y="0"/>
                </a:lnTo>
                <a:lnTo>
                  <a:pt x="0" y="2301"/>
                </a:lnTo>
                <a:close/>
              </a:path>
            </a:pathLst>
          </a:custGeom>
          <a:solidFill>
            <a:srgbClr val="0d84a1"/>
          </a:solidFill>
          <a:ln w="0">
            <a:noFill/>
          </a:ln>
        </p:spPr>
        <p:txBody>
          <a:bodyPr lIns="0" rIns="0" tIns="0" bIns="0" anchor="ctr">
            <a:noAutofit/>
          </a:bodyPr>
          <a:p>
            <a:pPr algn="ctr"/>
            <a:endParaRPr b="0" lang="en-US" sz="1800" strike="noStrike" u="none">
              <a:solidFill>
                <a:srgbClr val="ffffff"/>
              </a:solidFill>
              <a:uFillTx/>
              <a:latin typeface="Noto Sans"/>
            </a:endParaRPr>
          </a:p>
        </p:txBody>
      </p:sp>
      <p:sp>
        <p:nvSpPr>
          <p:cNvPr id="80" name="PlaceHolder 1"/>
          <p:cNvSpPr>
            <a:spLocks noGrp="1"/>
          </p:cNvSpPr>
          <p:nvPr>
            <p:ph type="title"/>
          </p:nvPr>
        </p:nvSpPr>
        <p:spPr>
          <a:xfrm>
            <a:off x="504000" y="216000"/>
            <a:ext cx="9072000" cy="1080000"/>
          </a:xfrm>
          <a:prstGeom prst="rect">
            <a:avLst/>
          </a:prstGeom>
          <a:noFill/>
          <a:ln w="0">
            <a:noFill/>
          </a:ln>
        </p:spPr>
        <p:txBody>
          <a:bodyPr lIns="0" rIns="0" tIns="0" bIns="0" anchor="ctr">
            <a:normAutofit fontScale="77500" lnSpcReduction="19999"/>
          </a:bodyPr>
          <a:p>
            <a:pPr indent="0" algn="ctr">
              <a:buNone/>
            </a:pPr>
            <a:r>
              <a:rPr b="1" lang="en-US" sz="5400" strike="noStrike" u="none">
                <a:solidFill>
                  <a:srgbClr val="ffffff"/>
                </a:solidFill>
                <a:highlight>
                  <a:srgbClr val="0d84a1"/>
                </a:highlight>
                <a:uFillTx/>
                <a:latin typeface="Noto Sans"/>
              </a:rPr>
              <a:t>Click to edit the title text format</a:t>
            </a:r>
            <a:endParaRPr b="1" lang="en-US" sz="5400" strike="noStrike" u="none">
              <a:solidFill>
                <a:srgbClr val="ffffff"/>
              </a:solidFill>
              <a:highlight>
                <a:srgbClr val="0d84a1"/>
              </a:highlight>
              <a:uFillTx/>
              <a:latin typeface="Noto Sans"/>
            </a:endParaRPr>
          </a:p>
        </p:txBody>
      </p:sp>
      <p:sp>
        <p:nvSpPr>
          <p:cNvPr id="81" name="PlaceHolder 2"/>
          <p:cNvSpPr>
            <a:spLocks noGrp="1"/>
          </p:cNvSpPr>
          <p:nvPr>
            <p:ph type="body"/>
          </p:nvPr>
        </p:nvSpPr>
        <p:spPr>
          <a:xfrm>
            <a:off x="504000" y="1326600"/>
            <a:ext cx="9068400" cy="3287520"/>
          </a:xfrm>
          <a:prstGeom prst="rect">
            <a:avLst/>
          </a:prstGeom>
          <a:noFill/>
          <a:ln w="0">
            <a:noFill/>
          </a:ln>
        </p:spPr>
        <p:txBody>
          <a:bodyPr lIns="0" rIns="0" tIns="0" bIns="0" anchor="t">
            <a:normAutofit/>
          </a:bodyPr>
          <a:p>
            <a:pPr marL="432000" indent="-324000">
              <a:spcBef>
                <a:spcPts val="1417"/>
              </a:spcBef>
              <a:buClr>
                <a:srgbClr val="666666"/>
              </a:buClr>
              <a:buSzPct val="45000"/>
              <a:buFont typeface="Wingdings" charset="2"/>
              <a:buChar char=""/>
            </a:pPr>
            <a:r>
              <a:rPr b="0" lang="en-US" sz="3200" strike="noStrike" u="none">
                <a:solidFill>
                  <a:srgbClr val="666666"/>
                </a:solidFill>
                <a:uFillTx/>
                <a:latin typeface="Noto Sans"/>
              </a:rPr>
              <a:t>Click to edit the outline text format</a:t>
            </a:r>
            <a:endParaRPr b="0" lang="en-US" sz="3200" strike="noStrike" u="none">
              <a:solidFill>
                <a:srgbClr val="666666"/>
              </a:solidFill>
              <a:uFillTx/>
              <a:latin typeface="Noto Sans"/>
            </a:endParaRPr>
          </a:p>
          <a:p>
            <a:pPr lvl="1" marL="864000" indent="-324000">
              <a:spcBef>
                <a:spcPts val="1134"/>
              </a:spcBef>
              <a:buClr>
                <a:srgbClr val="666666"/>
              </a:buClr>
              <a:buSzPct val="75000"/>
              <a:buFont typeface="Symbol" charset="2"/>
              <a:buChar char=""/>
            </a:pPr>
            <a:r>
              <a:rPr b="0" lang="en-US" sz="2800" strike="noStrike" u="none">
                <a:solidFill>
                  <a:srgbClr val="666666"/>
                </a:solidFill>
                <a:uFillTx/>
                <a:latin typeface="Noto Sans"/>
              </a:rPr>
              <a:t>Second Outline Level</a:t>
            </a:r>
            <a:endParaRPr b="0" lang="en-US" sz="2800" strike="noStrike" u="none">
              <a:solidFill>
                <a:srgbClr val="666666"/>
              </a:solidFill>
              <a:uFillTx/>
              <a:latin typeface="Noto Sans"/>
            </a:endParaRPr>
          </a:p>
          <a:p>
            <a:pPr lvl="2" marL="1296000" indent="-288000">
              <a:spcBef>
                <a:spcPts val="850"/>
              </a:spcBef>
              <a:buClr>
                <a:srgbClr val="666666"/>
              </a:buClr>
              <a:buSzPct val="45000"/>
              <a:buFont typeface="Wingdings" charset="2"/>
              <a:buChar char=""/>
            </a:pPr>
            <a:r>
              <a:rPr b="0" lang="en-US" sz="2400" strike="noStrike" u="none">
                <a:solidFill>
                  <a:srgbClr val="666666"/>
                </a:solidFill>
                <a:uFillTx/>
                <a:latin typeface="Noto Sans"/>
              </a:rPr>
              <a:t>Third Outline Level</a:t>
            </a:r>
            <a:endParaRPr b="0" lang="en-US" sz="2400" strike="noStrike" u="none">
              <a:solidFill>
                <a:srgbClr val="666666"/>
              </a:solidFill>
              <a:uFillTx/>
              <a:latin typeface="Noto Sans"/>
            </a:endParaRPr>
          </a:p>
          <a:p>
            <a:pPr lvl="3" marL="1728000" indent="-216000">
              <a:spcBef>
                <a:spcPts val="567"/>
              </a:spcBef>
              <a:buClr>
                <a:srgbClr val="666666"/>
              </a:buClr>
              <a:buSzPct val="75000"/>
              <a:buFont typeface="Symbol" charset="2"/>
              <a:buChar char=""/>
            </a:pPr>
            <a:r>
              <a:rPr b="0" lang="en-US" sz="2000" strike="noStrike" u="none">
                <a:solidFill>
                  <a:srgbClr val="666666"/>
                </a:solidFill>
                <a:uFillTx/>
                <a:latin typeface="Noto Sans"/>
              </a:rPr>
              <a:t>Fourth Outline Level</a:t>
            </a:r>
            <a:endParaRPr b="0" lang="en-US" sz="2000" strike="noStrike" u="none">
              <a:solidFill>
                <a:srgbClr val="666666"/>
              </a:solidFill>
              <a:uFillTx/>
              <a:latin typeface="Noto Sans"/>
            </a:endParaRPr>
          </a:p>
          <a:p>
            <a:pPr lvl="4" marL="2160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Fifth Outline Level</a:t>
            </a:r>
            <a:endParaRPr b="0" lang="en-US" sz="2000" strike="noStrike" u="none">
              <a:solidFill>
                <a:srgbClr val="666666"/>
              </a:solidFill>
              <a:uFillTx/>
              <a:latin typeface="Noto Sans"/>
            </a:endParaRPr>
          </a:p>
          <a:p>
            <a:pPr lvl="5" marL="2592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Sixth Outline Level</a:t>
            </a:r>
            <a:endParaRPr b="0" lang="en-US" sz="2000" strike="noStrike" u="none">
              <a:solidFill>
                <a:srgbClr val="666666"/>
              </a:solidFill>
              <a:uFillTx/>
              <a:latin typeface="Noto Sans"/>
            </a:endParaRPr>
          </a:p>
          <a:p>
            <a:pPr lvl="6" marL="3024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Seventh Outline Level</a:t>
            </a:r>
            <a:endParaRPr b="0" lang="en-US" sz="2000" strike="noStrike" u="none">
              <a:solidFill>
                <a:srgbClr val="666666"/>
              </a:solidFill>
              <a:uFillTx/>
              <a:latin typeface="Noto Sans"/>
            </a:endParaRPr>
          </a:p>
        </p:txBody>
      </p:sp>
      <p:sp>
        <p:nvSpPr>
          <p:cNvPr id="82" name="PlaceHolder 3"/>
          <p:cNvSpPr>
            <a:spLocks noGrp="1"/>
          </p:cNvSpPr>
          <p:nvPr>
            <p:ph type="dt" idx="22"/>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Noto Sans"/>
              </a:defRPr>
            </a:lvl1pPr>
          </a:lstStyle>
          <a:p>
            <a:pPr indent="0">
              <a:buNone/>
            </a:pPr>
            <a:r>
              <a:rPr b="0" lang="en-US" sz="1400" strike="noStrike" u="none">
                <a:solidFill>
                  <a:srgbClr val="000000"/>
                </a:solidFill>
                <a:uFillTx/>
                <a:latin typeface="Noto Sans"/>
              </a:rPr>
              <a:t>&lt;date/time&gt;</a:t>
            </a:r>
            <a:endParaRPr b="0" lang="en-US" sz="1400" strike="noStrike" u="none">
              <a:solidFill>
                <a:srgbClr val="000000"/>
              </a:solidFill>
              <a:uFillTx/>
              <a:latin typeface="Noto Sans"/>
            </a:endParaRPr>
          </a:p>
        </p:txBody>
      </p:sp>
      <p:sp>
        <p:nvSpPr>
          <p:cNvPr id="83" name="PlaceHolder 4"/>
          <p:cNvSpPr>
            <a:spLocks noGrp="1"/>
          </p:cNvSpPr>
          <p:nvPr>
            <p:ph type="ftr" idx="23"/>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Noto Sans"/>
              </a:defRPr>
            </a:lvl1pPr>
          </a:lstStyle>
          <a:p>
            <a:pPr indent="0" algn="ctr">
              <a:buNone/>
            </a:pPr>
            <a:r>
              <a:rPr b="0" lang="en-US" sz="1400" strike="noStrike" u="none">
                <a:solidFill>
                  <a:srgbClr val="000000"/>
                </a:solidFill>
                <a:uFillTx/>
                <a:latin typeface="Noto Sans"/>
              </a:rPr>
              <a:t>&lt;footer&gt;</a:t>
            </a:r>
            <a:endParaRPr b="0" lang="en-US" sz="1400" strike="noStrike" u="none">
              <a:solidFill>
                <a:srgbClr val="000000"/>
              </a:solidFill>
              <a:uFillTx/>
              <a:latin typeface="Noto Sans"/>
            </a:endParaRPr>
          </a:p>
        </p:txBody>
      </p:sp>
      <p:sp>
        <p:nvSpPr>
          <p:cNvPr id="84" name="PlaceHolder 5"/>
          <p:cNvSpPr>
            <a:spLocks noGrp="1"/>
          </p:cNvSpPr>
          <p:nvPr>
            <p:ph type="sldNum" idx="24"/>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ffffff"/>
                </a:solidFill>
                <a:uFillTx/>
                <a:latin typeface="Noto Sans"/>
              </a:defRPr>
            </a:lvl1pPr>
          </a:lstStyle>
          <a:p>
            <a:pPr indent="0" algn="r">
              <a:buNone/>
            </a:pPr>
            <a:fld id="{7D1C7C3A-24AA-4903-A743-7456934B1A4F}" type="slidenum">
              <a:rPr b="0" lang="en-US" sz="1400" strike="noStrike" u="none">
                <a:solidFill>
                  <a:srgbClr val="ffffff"/>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70" r:id="rId2"/>
    <p:sldLayoutId id="2147483671"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
          <p:cNvSpPr/>
          <p:nvPr/>
        </p:nvSpPr>
        <p:spPr>
          <a:xfrm>
            <a:off x="0" y="0"/>
            <a:ext cx="1620000" cy="5670000"/>
          </a:xfrm>
          <a:prstGeom prst="rect">
            <a:avLst/>
          </a:prstGeom>
          <a:solidFill>
            <a:srgbClr val="0d84a1"/>
          </a:solidFill>
          <a:ln w="0">
            <a:noFill/>
          </a:ln>
        </p:spPr>
        <p:style>
          <a:lnRef idx="0"/>
          <a:fillRef idx="0"/>
          <a:effectRef idx="0"/>
          <a:fontRef idx="minor"/>
        </p:style>
        <p:txBody>
          <a:bodyPr wrap="none" lIns="0" rIns="0" tIns="0" bIns="0" anchor="ctr">
            <a:noAutofit/>
          </a:bodyPr>
          <a:p>
            <a:pPr algn="ctr"/>
            <a:endParaRPr b="0" lang="en-US" sz="1800" strike="noStrike" u="none">
              <a:solidFill>
                <a:srgbClr val="ffffff"/>
              </a:solidFill>
              <a:uFillTx/>
              <a:latin typeface="Noto Sans"/>
            </a:endParaRPr>
          </a:p>
        </p:txBody>
      </p:sp>
      <p:sp>
        <p:nvSpPr>
          <p:cNvPr id="89" name="PlaceHolder 1"/>
          <p:cNvSpPr>
            <a:spLocks noGrp="1"/>
          </p:cNvSpPr>
          <p:nvPr>
            <p:ph type="title"/>
          </p:nvPr>
        </p:nvSpPr>
        <p:spPr>
          <a:xfrm rot="16200000">
            <a:off x="-1709640" y="2160000"/>
            <a:ext cx="5040000" cy="1260000"/>
          </a:xfrm>
          <a:prstGeom prst="rect">
            <a:avLst/>
          </a:prstGeom>
          <a:noFill/>
          <a:ln w="0">
            <a:noFill/>
          </a:ln>
        </p:spPr>
        <p:txBody>
          <a:bodyPr lIns="0" rIns="0" tIns="0" bIns="0" anchor="ctr">
            <a:normAutofit fontScale="92500" lnSpcReduction="19999"/>
          </a:bodyPr>
          <a:p>
            <a:pPr indent="0" algn="ctr">
              <a:buNone/>
            </a:pPr>
            <a:r>
              <a:rPr b="1" lang="en-US" sz="4400" strike="noStrike" u="none">
                <a:solidFill>
                  <a:srgbClr val="ffffff"/>
                </a:solidFill>
                <a:uFillTx/>
                <a:latin typeface="Noto Sans"/>
              </a:rPr>
              <a:t>Click to edit the title text format</a:t>
            </a:r>
            <a:endParaRPr b="1" lang="en-US" sz="4400" strike="noStrike" u="none">
              <a:solidFill>
                <a:srgbClr val="ffffff"/>
              </a:solidFill>
              <a:uFillTx/>
              <a:latin typeface="Noto Sans"/>
            </a:endParaRPr>
          </a:p>
        </p:txBody>
      </p:sp>
      <p:sp>
        <p:nvSpPr>
          <p:cNvPr id="90" name="PlaceHolder 2"/>
          <p:cNvSpPr>
            <a:spLocks noGrp="1"/>
          </p:cNvSpPr>
          <p:nvPr>
            <p:ph type="body"/>
          </p:nvPr>
        </p:nvSpPr>
        <p:spPr>
          <a:xfrm>
            <a:off x="1980000" y="180000"/>
            <a:ext cx="7560000" cy="4680000"/>
          </a:xfrm>
          <a:prstGeom prst="rect">
            <a:avLst/>
          </a:prstGeom>
          <a:noFill/>
          <a:ln w="0">
            <a:noFill/>
          </a:ln>
        </p:spPr>
        <p:txBody>
          <a:bodyPr lIns="0" rIns="0" tIns="0" bIns="0" anchor="t">
            <a:normAutofit/>
          </a:bodyPr>
          <a:p>
            <a:pPr marL="432000" indent="-324000">
              <a:spcBef>
                <a:spcPts val="1417"/>
              </a:spcBef>
              <a:buClr>
                <a:srgbClr val="666666"/>
              </a:buClr>
              <a:buSzPct val="45000"/>
              <a:buFont typeface="Wingdings" charset="2"/>
              <a:buChar char=""/>
            </a:pPr>
            <a:r>
              <a:rPr b="0" lang="en-US" sz="3200" strike="noStrike" u="none">
                <a:solidFill>
                  <a:srgbClr val="666666"/>
                </a:solidFill>
                <a:uFillTx/>
                <a:latin typeface="Noto Sans"/>
              </a:rPr>
              <a:t>Click to edit the outline text format</a:t>
            </a:r>
            <a:endParaRPr b="0" lang="en-US" sz="3200" strike="noStrike" u="none">
              <a:solidFill>
                <a:srgbClr val="666666"/>
              </a:solidFill>
              <a:uFillTx/>
              <a:latin typeface="Noto Sans"/>
            </a:endParaRPr>
          </a:p>
          <a:p>
            <a:pPr lvl="1" marL="864000" indent="-324000">
              <a:spcBef>
                <a:spcPts val="1134"/>
              </a:spcBef>
              <a:buClr>
                <a:srgbClr val="666666"/>
              </a:buClr>
              <a:buSzPct val="75000"/>
              <a:buFont typeface="Symbol" charset="2"/>
              <a:buChar char=""/>
            </a:pPr>
            <a:r>
              <a:rPr b="0" lang="en-US" sz="2800" strike="noStrike" u="none">
                <a:solidFill>
                  <a:srgbClr val="666666"/>
                </a:solidFill>
                <a:uFillTx/>
                <a:latin typeface="Noto Sans"/>
              </a:rPr>
              <a:t>Second Outline Level</a:t>
            </a:r>
            <a:endParaRPr b="0" lang="en-US" sz="2800" strike="noStrike" u="none">
              <a:solidFill>
                <a:srgbClr val="666666"/>
              </a:solidFill>
              <a:uFillTx/>
              <a:latin typeface="Noto Sans"/>
            </a:endParaRPr>
          </a:p>
          <a:p>
            <a:pPr lvl="2" marL="1296000" indent="-288000">
              <a:spcBef>
                <a:spcPts val="850"/>
              </a:spcBef>
              <a:buClr>
                <a:srgbClr val="666666"/>
              </a:buClr>
              <a:buSzPct val="45000"/>
              <a:buFont typeface="Wingdings" charset="2"/>
              <a:buChar char=""/>
            </a:pPr>
            <a:r>
              <a:rPr b="0" lang="en-US" sz="2400" strike="noStrike" u="none">
                <a:solidFill>
                  <a:srgbClr val="666666"/>
                </a:solidFill>
                <a:uFillTx/>
                <a:latin typeface="Noto Sans"/>
              </a:rPr>
              <a:t>Third Outline Level</a:t>
            </a:r>
            <a:endParaRPr b="0" lang="en-US" sz="2400" strike="noStrike" u="none">
              <a:solidFill>
                <a:srgbClr val="666666"/>
              </a:solidFill>
              <a:uFillTx/>
              <a:latin typeface="Noto Sans"/>
            </a:endParaRPr>
          </a:p>
          <a:p>
            <a:pPr lvl="3" marL="1728000" indent="-216000">
              <a:spcBef>
                <a:spcPts val="567"/>
              </a:spcBef>
              <a:buClr>
                <a:srgbClr val="666666"/>
              </a:buClr>
              <a:buSzPct val="75000"/>
              <a:buFont typeface="Symbol" charset="2"/>
              <a:buChar char=""/>
            </a:pPr>
            <a:r>
              <a:rPr b="0" lang="en-US" sz="2000" strike="noStrike" u="none">
                <a:solidFill>
                  <a:srgbClr val="666666"/>
                </a:solidFill>
                <a:uFillTx/>
                <a:latin typeface="Noto Sans"/>
              </a:rPr>
              <a:t>Fourth Outline Level</a:t>
            </a:r>
            <a:endParaRPr b="0" lang="en-US" sz="2000" strike="noStrike" u="none">
              <a:solidFill>
                <a:srgbClr val="666666"/>
              </a:solidFill>
              <a:uFillTx/>
              <a:latin typeface="Noto Sans"/>
            </a:endParaRPr>
          </a:p>
          <a:p>
            <a:pPr lvl="4" marL="2160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Fifth Outline Level</a:t>
            </a:r>
            <a:endParaRPr b="0" lang="en-US" sz="2000" strike="noStrike" u="none">
              <a:solidFill>
                <a:srgbClr val="666666"/>
              </a:solidFill>
              <a:uFillTx/>
              <a:latin typeface="Noto Sans"/>
            </a:endParaRPr>
          </a:p>
          <a:p>
            <a:pPr lvl="5" marL="2592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Sixth Outline Level</a:t>
            </a:r>
            <a:endParaRPr b="0" lang="en-US" sz="2000" strike="noStrike" u="none">
              <a:solidFill>
                <a:srgbClr val="666666"/>
              </a:solidFill>
              <a:uFillTx/>
              <a:latin typeface="Noto Sans"/>
            </a:endParaRPr>
          </a:p>
          <a:p>
            <a:pPr lvl="6" marL="3024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Seventh Outline Level</a:t>
            </a:r>
            <a:endParaRPr b="0" lang="en-US" sz="2000" strike="noStrike" u="none">
              <a:solidFill>
                <a:srgbClr val="666666"/>
              </a:solidFill>
              <a:uFillTx/>
              <a:latin typeface="Noto Sans"/>
            </a:endParaRPr>
          </a:p>
        </p:txBody>
      </p:sp>
      <p:sp>
        <p:nvSpPr>
          <p:cNvPr id="91" name="PlaceHolder 3"/>
          <p:cNvSpPr>
            <a:spLocks noGrp="1"/>
          </p:cNvSpPr>
          <p:nvPr>
            <p:ph type="dt" idx="25"/>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ffffff"/>
                </a:solidFill>
                <a:uFillTx/>
                <a:latin typeface="Noto Sans"/>
              </a:defRPr>
            </a:lvl1pPr>
          </a:lstStyle>
          <a:p>
            <a:pPr indent="0">
              <a:buNone/>
            </a:pPr>
            <a:r>
              <a:rPr b="0" lang="en-US" sz="1400" strike="noStrike" u="none">
                <a:solidFill>
                  <a:srgbClr val="ffffff"/>
                </a:solidFill>
                <a:uFillTx/>
                <a:latin typeface="Noto Sans"/>
              </a:rPr>
              <a:t>&lt;date/time&gt;</a:t>
            </a:r>
            <a:endParaRPr b="0" lang="en-US" sz="1400" strike="noStrike" u="none">
              <a:solidFill>
                <a:srgbClr val="000000"/>
              </a:solidFill>
              <a:uFillTx/>
              <a:latin typeface="Noto Sans"/>
            </a:endParaRPr>
          </a:p>
        </p:txBody>
      </p:sp>
      <p:sp>
        <p:nvSpPr>
          <p:cNvPr id="92" name="PlaceHolder 4"/>
          <p:cNvSpPr>
            <a:spLocks noGrp="1"/>
          </p:cNvSpPr>
          <p:nvPr>
            <p:ph type="ftr" idx="26"/>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Noto Sans"/>
              </a:defRPr>
            </a:lvl1pPr>
          </a:lstStyle>
          <a:p>
            <a:pPr indent="0" algn="ctr">
              <a:buNone/>
            </a:pPr>
            <a:r>
              <a:rPr b="0" lang="en-US" sz="1400" strike="noStrike" u="none">
                <a:solidFill>
                  <a:srgbClr val="000000"/>
                </a:solidFill>
                <a:uFillTx/>
                <a:latin typeface="Noto Sans"/>
              </a:rPr>
              <a:t>&lt;footer&gt;</a:t>
            </a:r>
            <a:endParaRPr b="0" lang="en-US" sz="1400" strike="noStrike" u="none">
              <a:solidFill>
                <a:srgbClr val="000000"/>
              </a:solidFill>
              <a:uFillTx/>
              <a:latin typeface="Noto Sans"/>
            </a:endParaRPr>
          </a:p>
        </p:txBody>
      </p:sp>
      <p:sp>
        <p:nvSpPr>
          <p:cNvPr id="93" name="PlaceHolder 5"/>
          <p:cNvSpPr>
            <a:spLocks noGrp="1"/>
          </p:cNvSpPr>
          <p:nvPr>
            <p:ph type="sldNum" idx="27"/>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000000"/>
                </a:solidFill>
                <a:uFillTx/>
                <a:latin typeface="Noto Sans"/>
              </a:defRPr>
            </a:lvl1pPr>
          </a:lstStyle>
          <a:p>
            <a:pPr indent="0" algn="r">
              <a:buNone/>
            </a:pPr>
            <a:fld id="{9D1FFE88-7DCD-41D9-ADB9-11BE4C2308AF}" type="slidenum">
              <a:rPr b="0" lang="en-US" sz="1400" strike="noStrike" u="none">
                <a:solidFill>
                  <a:srgbClr val="000000"/>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73"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
          <p:cNvSpPr/>
          <p:nvPr/>
        </p:nvSpPr>
        <p:spPr>
          <a:xfrm>
            <a:off x="8460000" y="0"/>
            <a:ext cx="1620000" cy="5670000"/>
          </a:xfrm>
          <a:prstGeom prst="rect">
            <a:avLst/>
          </a:prstGeom>
          <a:solidFill>
            <a:srgbClr val="0d84a1"/>
          </a:solidFill>
          <a:ln w="0">
            <a:noFill/>
          </a:ln>
        </p:spPr>
        <p:style>
          <a:lnRef idx="0"/>
          <a:fillRef idx="0"/>
          <a:effectRef idx="0"/>
          <a:fontRef idx="minor"/>
        </p:style>
        <p:txBody>
          <a:bodyPr wrap="none" lIns="0" rIns="0" tIns="0" bIns="0" anchor="ctr">
            <a:noAutofit/>
          </a:bodyPr>
          <a:p>
            <a:pPr algn="ctr"/>
            <a:endParaRPr b="0" lang="en-US" sz="1800" strike="noStrike" u="none">
              <a:solidFill>
                <a:srgbClr val="ffffff"/>
              </a:solidFill>
              <a:uFillTx/>
              <a:latin typeface="Noto Sans"/>
            </a:endParaRPr>
          </a:p>
        </p:txBody>
      </p:sp>
      <p:sp>
        <p:nvSpPr>
          <p:cNvPr id="97" name="PlaceHolder 1"/>
          <p:cNvSpPr>
            <a:spLocks noGrp="1"/>
          </p:cNvSpPr>
          <p:nvPr>
            <p:ph type="title"/>
          </p:nvPr>
        </p:nvSpPr>
        <p:spPr>
          <a:xfrm rot="5400000">
            <a:off x="6750000" y="2070000"/>
            <a:ext cx="5040000" cy="1260000"/>
          </a:xfrm>
          <a:prstGeom prst="rect">
            <a:avLst/>
          </a:prstGeom>
          <a:noFill/>
          <a:ln w="0">
            <a:noFill/>
          </a:ln>
        </p:spPr>
        <p:txBody>
          <a:bodyPr lIns="0" rIns="0" tIns="0" bIns="0" anchor="ctr">
            <a:normAutofit fontScale="92500" lnSpcReduction="19999"/>
          </a:bodyPr>
          <a:p>
            <a:pPr indent="0" algn="ctr">
              <a:buNone/>
            </a:pPr>
            <a:r>
              <a:rPr b="1" lang="en-US" sz="4400" strike="noStrike" u="none">
                <a:solidFill>
                  <a:srgbClr val="ffffff"/>
                </a:solidFill>
                <a:uFillTx/>
                <a:latin typeface="Noto Sans"/>
              </a:rPr>
              <a:t>Click to edit the title text format</a:t>
            </a:r>
            <a:endParaRPr b="1" lang="en-US" sz="4400" strike="noStrike" u="none">
              <a:solidFill>
                <a:srgbClr val="ffffff"/>
              </a:solidFill>
              <a:uFillTx/>
              <a:latin typeface="Noto Sans"/>
            </a:endParaRPr>
          </a:p>
        </p:txBody>
      </p:sp>
      <p:sp>
        <p:nvSpPr>
          <p:cNvPr id="98" name="PlaceHolder 2"/>
          <p:cNvSpPr>
            <a:spLocks noGrp="1"/>
          </p:cNvSpPr>
          <p:nvPr>
            <p:ph type="body"/>
          </p:nvPr>
        </p:nvSpPr>
        <p:spPr>
          <a:xfrm>
            <a:off x="180000" y="180000"/>
            <a:ext cx="7560000" cy="4680000"/>
          </a:xfrm>
          <a:prstGeom prst="rect">
            <a:avLst/>
          </a:prstGeom>
          <a:noFill/>
          <a:ln w="0">
            <a:noFill/>
          </a:ln>
        </p:spPr>
        <p:txBody>
          <a:bodyPr lIns="0" rIns="0" tIns="0" bIns="0" anchor="t">
            <a:normAutofit/>
          </a:bodyPr>
          <a:p>
            <a:pPr marL="432000" indent="-324000">
              <a:spcBef>
                <a:spcPts val="1417"/>
              </a:spcBef>
              <a:buClr>
                <a:srgbClr val="666666"/>
              </a:buClr>
              <a:buSzPct val="45000"/>
              <a:buFont typeface="Wingdings" charset="2"/>
              <a:buChar char=""/>
            </a:pPr>
            <a:r>
              <a:rPr b="0" lang="en-US" sz="3200" strike="noStrike" u="none">
                <a:solidFill>
                  <a:srgbClr val="666666"/>
                </a:solidFill>
                <a:uFillTx/>
                <a:latin typeface="Noto Sans"/>
              </a:rPr>
              <a:t>Click to edit the outline text format</a:t>
            </a:r>
            <a:endParaRPr b="0" lang="en-US" sz="3200" strike="noStrike" u="none">
              <a:solidFill>
                <a:srgbClr val="666666"/>
              </a:solidFill>
              <a:uFillTx/>
              <a:latin typeface="Noto Sans"/>
            </a:endParaRPr>
          </a:p>
          <a:p>
            <a:pPr lvl="1" marL="864000" indent="-324000">
              <a:spcBef>
                <a:spcPts val="1134"/>
              </a:spcBef>
              <a:buClr>
                <a:srgbClr val="666666"/>
              </a:buClr>
              <a:buSzPct val="75000"/>
              <a:buFont typeface="Symbol" charset="2"/>
              <a:buChar char=""/>
            </a:pPr>
            <a:r>
              <a:rPr b="0" lang="en-US" sz="2800" strike="noStrike" u="none">
                <a:solidFill>
                  <a:srgbClr val="666666"/>
                </a:solidFill>
                <a:uFillTx/>
                <a:latin typeface="Noto Sans"/>
              </a:rPr>
              <a:t>Second Outline Level</a:t>
            </a:r>
            <a:endParaRPr b="0" lang="en-US" sz="2800" strike="noStrike" u="none">
              <a:solidFill>
                <a:srgbClr val="666666"/>
              </a:solidFill>
              <a:uFillTx/>
              <a:latin typeface="Noto Sans"/>
            </a:endParaRPr>
          </a:p>
          <a:p>
            <a:pPr lvl="2" marL="1296000" indent="-288000">
              <a:spcBef>
                <a:spcPts val="850"/>
              </a:spcBef>
              <a:buClr>
                <a:srgbClr val="666666"/>
              </a:buClr>
              <a:buSzPct val="45000"/>
              <a:buFont typeface="Wingdings" charset="2"/>
              <a:buChar char=""/>
            </a:pPr>
            <a:r>
              <a:rPr b="0" lang="en-US" sz="2400" strike="noStrike" u="none">
                <a:solidFill>
                  <a:srgbClr val="666666"/>
                </a:solidFill>
                <a:uFillTx/>
                <a:latin typeface="Noto Sans"/>
              </a:rPr>
              <a:t>Third Outline Level</a:t>
            </a:r>
            <a:endParaRPr b="0" lang="en-US" sz="2400" strike="noStrike" u="none">
              <a:solidFill>
                <a:srgbClr val="666666"/>
              </a:solidFill>
              <a:uFillTx/>
              <a:latin typeface="Noto Sans"/>
            </a:endParaRPr>
          </a:p>
          <a:p>
            <a:pPr lvl="3" marL="1728000" indent="-216000">
              <a:spcBef>
                <a:spcPts val="567"/>
              </a:spcBef>
              <a:buClr>
                <a:srgbClr val="666666"/>
              </a:buClr>
              <a:buSzPct val="75000"/>
              <a:buFont typeface="Symbol" charset="2"/>
              <a:buChar char=""/>
            </a:pPr>
            <a:r>
              <a:rPr b="0" lang="en-US" sz="2000" strike="noStrike" u="none">
                <a:solidFill>
                  <a:srgbClr val="666666"/>
                </a:solidFill>
                <a:uFillTx/>
                <a:latin typeface="Noto Sans"/>
              </a:rPr>
              <a:t>Fourth Outline Level</a:t>
            </a:r>
            <a:endParaRPr b="0" lang="en-US" sz="2000" strike="noStrike" u="none">
              <a:solidFill>
                <a:srgbClr val="666666"/>
              </a:solidFill>
              <a:uFillTx/>
              <a:latin typeface="Noto Sans"/>
            </a:endParaRPr>
          </a:p>
          <a:p>
            <a:pPr lvl="4" marL="2160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Fifth Outline Level</a:t>
            </a:r>
            <a:endParaRPr b="0" lang="en-US" sz="2000" strike="noStrike" u="none">
              <a:solidFill>
                <a:srgbClr val="666666"/>
              </a:solidFill>
              <a:uFillTx/>
              <a:latin typeface="Noto Sans"/>
            </a:endParaRPr>
          </a:p>
          <a:p>
            <a:pPr lvl="5" marL="2592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Sixth Outline Level</a:t>
            </a:r>
            <a:endParaRPr b="0" lang="en-US" sz="2000" strike="noStrike" u="none">
              <a:solidFill>
                <a:srgbClr val="666666"/>
              </a:solidFill>
              <a:uFillTx/>
              <a:latin typeface="Noto Sans"/>
            </a:endParaRPr>
          </a:p>
          <a:p>
            <a:pPr lvl="6" marL="3024000" indent="-216000">
              <a:spcBef>
                <a:spcPts val="283"/>
              </a:spcBef>
              <a:buClr>
                <a:srgbClr val="666666"/>
              </a:buClr>
              <a:buSzPct val="45000"/>
              <a:buFont typeface="Wingdings" charset="2"/>
              <a:buChar char=""/>
            </a:pPr>
            <a:r>
              <a:rPr b="0" lang="en-US" sz="2000" strike="noStrike" u="none">
                <a:solidFill>
                  <a:srgbClr val="666666"/>
                </a:solidFill>
                <a:uFillTx/>
                <a:latin typeface="Noto Sans"/>
              </a:rPr>
              <a:t>Seventh Outline Level</a:t>
            </a:r>
            <a:endParaRPr b="0" lang="en-US" sz="2000" strike="noStrike" u="none">
              <a:solidFill>
                <a:srgbClr val="666666"/>
              </a:solidFill>
              <a:uFillTx/>
              <a:latin typeface="Noto Sans"/>
            </a:endParaRPr>
          </a:p>
        </p:txBody>
      </p:sp>
      <p:sp>
        <p:nvSpPr>
          <p:cNvPr id="99" name="PlaceHolder 3"/>
          <p:cNvSpPr>
            <a:spLocks noGrp="1"/>
          </p:cNvSpPr>
          <p:nvPr>
            <p:ph type="dt" idx="28"/>
          </p:nvPr>
        </p:nvSpPr>
        <p:spPr>
          <a:xfrm>
            <a:off x="504000" y="5328000"/>
            <a:ext cx="2347200" cy="242640"/>
          </a:xfrm>
          <a:prstGeom prst="rect">
            <a:avLst/>
          </a:prstGeom>
          <a:noFill/>
          <a:ln w="0">
            <a:noFill/>
          </a:ln>
        </p:spPr>
        <p:txBody>
          <a:bodyPr lIns="0" rIns="0" tIns="0" bIns="0" anchor="t">
            <a:noAutofit/>
          </a:bodyPr>
          <a:lstStyle>
            <a:lvl1pPr indent="0">
              <a:buNone/>
              <a:defRPr b="0" lang="en-US" sz="1400" strike="noStrike" u="none">
                <a:solidFill>
                  <a:srgbClr val="000000"/>
                </a:solidFill>
                <a:uFillTx/>
                <a:latin typeface="Noto Sans"/>
              </a:defRPr>
            </a:lvl1pPr>
          </a:lstStyle>
          <a:p>
            <a:pPr indent="0">
              <a:buNone/>
            </a:pPr>
            <a:r>
              <a:rPr b="0" lang="en-US" sz="1400" strike="noStrike" u="none">
                <a:solidFill>
                  <a:srgbClr val="000000"/>
                </a:solidFill>
                <a:uFillTx/>
                <a:latin typeface="Noto Sans"/>
              </a:rPr>
              <a:t>&lt;date/time&gt;</a:t>
            </a:r>
            <a:endParaRPr b="0" lang="en-US" sz="1400" strike="noStrike" u="none">
              <a:solidFill>
                <a:srgbClr val="000000"/>
              </a:solidFill>
              <a:uFillTx/>
              <a:latin typeface="Noto Sans"/>
            </a:endParaRPr>
          </a:p>
        </p:txBody>
      </p:sp>
      <p:sp>
        <p:nvSpPr>
          <p:cNvPr id="100" name="PlaceHolder 4"/>
          <p:cNvSpPr>
            <a:spLocks noGrp="1"/>
          </p:cNvSpPr>
          <p:nvPr>
            <p:ph type="ftr" idx="29"/>
          </p:nvPr>
        </p:nvSpPr>
        <p:spPr>
          <a:xfrm>
            <a:off x="3420000" y="5328000"/>
            <a:ext cx="3240000" cy="242640"/>
          </a:xfrm>
          <a:prstGeom prst="rect">
            <a:avLst/>
          </a:prstGeom>
          <a:noFill/>
          <a:ln w="0">
            <a:noFill/>
          </a:ln>
        </p:spPr>
        <p:txBody>
          <a:bodyPr lIns="0" rIns="0" tIns="0" bIns="0" anchor="t">
            <a:noAutofit/>
          </a:bodyPr>
          <a:lstStyle>
            <a:lvl1pPr indent="0" algn="ctr">
              <a:buNone/>
              <a:defRPr b="0" lang="en-US" sz="1400" strike="noStrike" u="none">
                <a:solidFill>
                  <a:srgbClr val="000000"/>
                </a:solidFill>
                <a:uFillTx/>
                <a:latin typeface="Noto Sans"/>
              </a:defRPr>
            </a:lvl1pPr>
          </a:lstStyle>
          <a:p>
            <a:pPr indent="0" algn="ctr">
              <a:buNone/>
            </a:pPr>
            <a:r>
              <a:rPr b="0" lang="en-US" sz="1400" strike="noStrike" u="none">
                <a:solidFill>
                  <a:srgbClr val="000000"/>
                </a:solidFill>
                <a:uFillTx/>
                <a:latin typeface="Noto Sans"/>
              </a:rPr>
              <a:t>&lt;footer&gt;</a:t>
            </a:r>
            <a:endParaRPr b="0" lang="en-US" sz="1400" strike="noStrike" u="none">
              <a:solidFill>
                <a:srgbClr val="000000"/>
              </a:solidFill>
              <a:uFillTx/>
              <a:latin typeface="Noto Sans"/>
            </a:endParaRPr>
          </a:p>
        </p:txBody>
      </p:sp>
      <p:sp>
        <p:nvSpPr>
          <p:cNvPr id="101" name="PlaceHolder 5"/>
          <p:cNvSpPr>
            <a:spLocks noGrp="1"/>
          </p:cNvSpPr>
          <p:nvPr>
            <p:ph type="sldNum" idx="30"/>
          </p:nvPr>
        </p:nvSpPr>
        <p:spPr>
          <a:xfrm>
            <a:off x="7228800" y="5328000"/>
            <a:ext cx="2347200" cy="242640"/>
          </a:xfrm>
          <a:prstGeom prst="rect">
            <a:avLst/>
          </a:prstGeom>
          <a:noFill/>
          <a:ln w="0">
            <a:noFill/>
          </a:ln>
        </p:spPr>
        <p:txBody>
          <a:bodyPr lIns="0" rIns="0" tIns="0" bIns="0" anchor="t">
            <a:noAutofit/>
          </a:bodyPr>
          <a:lstStyle>
            <a:lvl1pPr indent="0" algn="r">
              <a:buNone/>
              <a:defRPr b="0" lang="en-US" sz="1400" strike="noStrike" u="none">
                <a:solidFill>
                  <a:srgbClr val="ffffff"/>
                </a:solidFill>
                <a:uFillTx/>
                <a:latin typeface="Noto Sans"/>
              </a:defRPr>
            </a:lvl1pPr>
          </a:lstStyle>
          <a:p>
            <a:pPr indent="0" algn="r">
              <a:buNone/>
            </a:pPr>
            <a:fld id="{FD4F2012-5668-4A22-82B3-B18A8982C453}" type="slidenum">
              <a:rPr b="0" lang="en-US" sz="1400" strike="noStrike" u="none">
                <a:solidFill>
                  <a:srgbClr val="ffffff"/>
                </a:solidFill>
                <a:uFillTx/>
                <a:latin typeface="Noto Sans"/>
              </a:rPr>
              <a:t>&lt;number&gt;</a:t>
            </a:fld>
            <a:endParaRPr b="0" lang="en-US" sz="1400" strike="noStrike" u="none">
              <a:solidFill>
                <a:srgbClr val="000000"/>
              </a:solidFill>
              <a:uFillTx/>
              <a:latin typeface="Noto Sans"/>
            </a:endParaRPr>
          </a:p>
        </p:txBody>
      </p:sp>
    </p:spTree>
  </p:cSld>
  <p:clrMap bg1="lt1" tx1="dk1" bg2="lt2" tx2="dk2" accent1="accent1" accent2="accent2" accent3="accent3" accent4="accent4" accent5="accent5" accent6="accent6" hlink="hlink" folHlink="folHlink"/>
  <p:sldLayoutIdLst>
    <p:sldLayoutId id="2147483675"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
<Relationships xmlns="http://schemas.openxmlformats.org/package/2006/relationships"><Relationship Id="rId1" Type="http://schemas.openxmlformats.org/officeDocument/2006/relationships/image" Target="../media/image6.jpeg"/><Relationship Id="rId2"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image" Target="../media/image7.jpeg"/><Relationship Id="rId2"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8.jpe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image" Target="../media/image9.jpe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
          <p:cNvSpPr/>
          <p:nvPr/>
        </p:nvSpPr>
        <p:spPr>
          <a:xfrm>
            <a:off x="720000" y="2952000"/>
            <a:ext cx="6624000" cy="0"/>
          </a:xfrm>
          <a:prstGeom prst="line">
            <a:avLst/>
          </a:prstGeom>
          <a:ln cap="rnd" w="36000">
            <a:solidFill>
              <a:srgbClr val="ffffff"/>
            </a:solidFill>
            <a:round/>
          </a:ln>
        </p:spPr>
        <p:style>
          <a:lnRef idx="0"/>
          <a:fillRef idx="0"/>
          <a:effectRef idx="0"/>
          <a:fontRef idx="minor"/>
        </p:style>
        <p:txBody>
          <a:bodyPr lIns="0" rIns="0" tIns="0" bIns="0" anchor="ctr">
            <a:noAutofit/>
          </a:bodyPr>
          <a:p>
            <a:pPr algn="ctr"/>
            <a:endParaRPr b="0" lang="en-US" sz="1800" strike="noStrike" u="none">
              <a:solidFill>
                <a:srgbClr val="0d84a1"/>
              </a:solidFill>
              <a:uFillTx/>
              <a:latin typeface="Noto Sans"/>
            </a:endParaRPr>
          </a:p>
        </p:txBody>
      </p:sp>
      <p:sp>
        <p:nvSpPr>
          <p:cNvPr id="105" name="PlaceHolder 1"/>
          <p:cNvSpPr>
            <a:spLocks noGrp="1"/>
          </p:cNvSpPr>
          <p:nvPr>
            <p:ph type="title"/>
          </p:nvPr>
        </p:nvSpPr>
        <p:spPr>
          <a:xfrm>
            <a:off x="720000" y="999000"/>
            <a:ext cx="8640000" cy="1710000"/>
          </a:xfrm>
          <a:prstGeom prst="rect">
            <a:avLst/>
          </a:prstGeom>
          <a:noFill/>
          <a:ln w="0">
            <a:noFill/>
          </a:ln>
        </p:spPr>
        <p:txBody>
          <a:bodyPr lIns="0" rIns="0" tIns="0" bIns="0" anchor="ctr">
            <a:normAutofit/>
          </a:bodyPr>
          <a:p>
            <a:pPr indent="0">
              <a:spcBef>
                <a:spcPts val="1191"/>
              </a:spcBef>
              <a:spcAft>
                <a:spcPts val="992"/>
              </a:spcAft>
              <a:buNone/>
            </a:pPr>
            <a:r>
              <a:rPr b="1" lang="en-US" sz="4800" strike="noStrike" u="none">
                <a:solidFill>
                  <a:srgbClr val="ffffff"/>
                </a:solidFill>
                <a:uFillTx/>
                <a:latin typeface="Noto Sans"/>
              </a:rPr>
              <a:t>CCE: Ramadan Iftar Drive for the Needy </a:t>
            </a:r>
            <a:endParaRPr b="1" lang="en-US" sz="4800" strike="noStrike" u="none">
              <a:solidFill>
                <a:srgbClr val="ffffff"/>
              </a:solidFill>
              <a:uFillTx/>
              <a:latin typeface="Noto Sans"/>
            </a:endParaRPr>
          </a:p>
        </p:txBody>
      </p:sp>
      <p:sp>
        <p:nvSpPr>
          <p:cNvPr id="106" name="PlaceHolder 2"/>
          <p:cNvSpPr>
            <a:spLocks noGrp="1"/>
          </p:cNvSpPr>
          <p:nvPr>
            <p:ph type="subTitle"/>
          </p:nvPr>
        </p:nvSpPr>
        <p:spPr>
          <a:xfrm>
            <a:off x="720000" y="3276000"/>
            <a:ext cx="6840000" cy="1800000"/>
          </a:xfrm>
          <a:prstGeom prst="rect">
            <a:avLst/>
          </a:prstGeom>
          <a:noFill/>
          <a:ln w="0">
            <a:noFill/>
          </a:ln>
        </p:spPr>
        <p:txBody>
          <a:bodyPr lIns="0" rIns="0" tIns="0" bIns="0" anchor="t">
            <a:normAutofit fontScale="92500" lnSpcReduction="19999"/>
          </a:bodyPr>
          <a:p>
            <a:pPr indent="0">
              <a:lnSpc>
                <a:spcPct val="115000"/>
              </a:lnSpc>
              <a:buNone/>
            </a:pPr>
            <a:r>
              <a:rPr b="1" lang="en-US" sz="2100" strike="noStrike" u="none">
                <a:solidFill>
                  <a:srgbClr val="ffffff"/>
                </a:solidFill>
                <a:uFillTx/>
                <a:latin typeface="Noto Sans"/>
              </a:rPr>
              <a:t>Team:</a:t>
            </a:r>
            <a:endParaRPr b="0" lang="en-US" sz="2100" strike="noStrike" u="none">
              <a:solidFill>
                <a:srgbClr val="ffffff"/>
              </a:solidFill>
              <a:uFillTx/>
              <a:latin typeface="Noto Sans"/>
            </a:endParaRPr>
          </a:p>
          <a:p>
            <a:pPr marL="216000" indent="-216000">
              <a:lnSpc>
                <a:spcPct val="115000"/>
              </a:lnSpc>
              <a:buClr>
                <a:srgbClr val="ffffff"/>
              </a:buClr>
              <a:buSzPct val="45000"/>
              <a:buFont typeface="Wingdings" charset="2"/>
              <a:buChar char=""/>
            </a:pPr>
            <a:r>
              <a:rPr b="0" lang="en-US" sz="2100" strike="noStrike" u="none">
                <a:solidFill>
                  <a:srgbClr val="ffffff"/>
                </a:solidFill>
                <a:uFillTx/>
                <a:latin typeface="Noto Sans"/>
              </a:rPr>
              <a:t>Saahil Ghulam Mohammad (24K-0570) </a:t>
            </a:r>
            <a:r>
              <a:rPr b="0" i="1" lang="en-US" sz="2100" strike="noStrike" u="none">
                <a:solidFill>
                  <a:srgbClr val="ffffff"/>
                </a:solidFill>
                <a:uFillTx/>
                <a:latin typeface="Noto Sans"/>
              </a:rPr>
              <a:t>[Leader]</a:t>
            </a:r>
            <a:endParaRPr b="0" lang="en-US" sz="2100" strike="noStrike" u="none">
              <a:solidFill>
                <a:srgbClr val="ffffff"/>
              </a:solidFill>
              <a:uFillTx/>
              <a:latin typeface="Noto Sans"/>
            </a:endParaRPr>
          </a:p>
          <a:p>
            <a:pPr marL="216000" indent="-216000">
              <a:lnSpc>
                <a:spcPct val="115000"/>
              </a:lnSpc>
              <a:buClr>
                <a:srgbClr val="ffffff"/>
              </a:buClr>
              <a:buSzPct val="45000"/>
              <a:buFont typeface="Wingdings" charset="2"/>
              <a:buChar char=""/>
            </a:pPr>
            <a:r>
              <a:rPr b="0" lang="en-US" sz="2100" strike="noStrike" u="none">
                <a:solidFill>
                  <a:srgbClr val="ffffff"/>
                </a:solidFill>
                <a:uFillTx/>
                <a:latin typeface="Noto Sans"/>
              </a:rPr>
              <a:t>Hamza Shahid (24K-0869)</a:t>
            </a:r>
            <a:endParaRPr b="0" lang="en-US" sz="2100" strike="noStrike" u="none">
              <a:solidFill>
                <a:srgbClr val="ffffff"/>
              </a:solidFill>
              <a:uFillTx/>
              <a:latin typeface="Noto Sans"/>
            </a:endParaRPr>
          </a:p>
          <a:p>
            <a:pPr marL="216000" indent="0">
              <a:lnSpc>
                <a:spcPct val="115000"/>
              </a:lnSpc>
              <a:buNone/>
            </a:pPr>
            <a:endParaRPr b="0" lang="en-US" sz="1600" strike="noStrike" u="none">
              <a:solidFill>
                <a:srgbClr val="ffffff"/>
              </a:solidFill>
              <a:uFillTx/>
              <a:latin typeface="Noto Sans"/>
            </a:endParaRPr>
          </a:p>
          <a:p>
            <a:pPr indent="0">
              <a:lnSpc>
                <a:spcPct val="115000"/>
              </a:lnSpc>
              <a:buNone/>
            </a:pPr>
            <a:r>
              <a:rPr b="1" lang="en-US" sz="1800" strike="noStrike" u="none">
                <a:solidFill>
                  <a:srgbClr val="ffffff"/>
                </a:solidFill>
                <a:uFillTx/>
                <a:latin typeface="Noto Sans"/>
              </a:rPr>
              <a:t>BCS-2D</a:t>
            </a:r>
            <a:endParaRPr b="0" lang="en-US" sz="1800" strike="noStrike" u="none">
              <a:solidFill>
                <a:srgbClr val="ffffff"/>
              </a:solidFill>
              <a:uFillTx/>
              <a:latin typeface="Noto Sans"/>
            </a:endParaRPr>
          </a:p>
          <a:p>
            <a:pPr indent="0">
              <a:lnSpc>
                <a:spcPct val="115000"/>
              </a:lnSpc>
              <a:buNone/>
            </a:pPr>
            <a:r>
              <a:rPr b="0" i="1" lang="en-US" sz="1500" strike="noStrike" u="none">
                <a:solidFill>
                  <a:srgbClr val="ffffff"/>
                </a:solidFill>
                <a:uFillTx/>
                <a:latin typeface="Noto Sans"/>
              </a:rPr>
              <a:t>Civics and Community Engagement </a:t>
            </a:r>
            <a:endParaRPr b="0" lang="en-US" sz="1500" strike="noStrike" u="none">
              <a:solidFill>
                <a:srgbClr val="ffffff"/>
              </a:solidFill>
              <a:uFillTx/>
              <a:latin typeface="Noto Sans"/>
            </a:endParaRPr>
          </a:p>
        </p:txBody>
      </p:sp>
    </p:spTree>
  </p:cSld>
  <p:transition>
    <p:fade/>
  </p:transition>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1443600"/>
            <a:ext cx="9000000" cy="720000"/>
          </a:xfrm>
          <a:prstGeom prst="rect">
            <a:avLst/>
          </a:prstGeom>
          <a:noFill/>
          <a:ln w="0">
            <a:noFill/>
          </a:ln>
        </p:spPr>
        <p:txBody>
          <a:bodyPr lIns="0" rIns="0" tIns="0" bIns="0" anchor="ctr">
            <a:normAutofit lnSpcReduction="9999"/>
          </a:bodyPr>
          <a:p>
            <a:pPr indent="0" algn="ctr">
              <a:buNone/>
            </a:pPr>
            <a:r>
              <a:rPr b="1" lang="en-US" sz="4400" strike="noStrike" u="none">
                <a:solidFill>
                  <a:srgbClr val="ffffff"/>
                </a:solidFill>
                <a:uFillTx/>
                <a:latin typeface="Noto Sans"/>
              </a:rPr>
              <a:t>Introduction</a:t>
            </a:r>
            <a:endParaRPr b="1" lang="en-US" sz="4400" strike="noStrike" u="none">
              <a:solidFill>
                <a:srgbClr val="ffffff"/>
              </a:solidFill>
              <a:uFillTx/>
              <a:latin typeface="Noto Sans"/>
            </a:endParaRPr>
          </a:p>
        </p:txBody>
      </p:sp>
      <p:sp>
        <p:nvSpPr>
          <p:cNvPr id="108" name="PlaceHolder 2"/>
          <p:cNvSpPr>
            <a:spLocks noGrp="1"/>
          </p:cNvSpPr>
          <p:nvPr>
            <p:ph type="subTitle"/>
          </p:nvPr>
        </p:nvSpPr>
        <p:spPr>
          <a:xfrm>
            <a:off x="540000" y="2379960"/>
            <a:ext cx="9000000" cy="2651400"/>
          </a:xfrm>
          <a:prstGeom prst="rect">
            <a:avLst/>
          </a:prstGeom>
          <a:noFill/>
          <a:ln w="0">
            <a:noFill/>
          </a:ln>
        </p:spPr>
        <p:txBody>
          <a:bodyPr lIns="0" rIns="0" tIns="0" bIns="0" anchor="ctr">
            <a:noAutofit/>
          </a:bodyPr>
          <a:p>
            <a:pPr indent="0">
              <a:spcBef>
                <a:spcPts val="1191"/>
              </a:spcBef>
              <a:spcAft>
                <a:spcPts val="992"/>
              </a:spcAft>
              <a:buNone/>
            </a:pPr>
            <a:r>
              <a:rPr b="0" lang="en-US" sz="2200" strike="noStrike" u="none">
                <a:solidFill>
                  <a:srgbClr val="ffffff"/>
                </a:solidFill>
                <a:uFillTx/>
                <a:latin typeface="Noto Sans"/>
              </a:rPr>
              <a:t>Our Iftar Drive aimed to provide nutritious meals to underprivileged individuals during Ramadan. </a:t>
            </a:r>
            <a:endParaRPr b="0" lang="en-US" sz="2200" strike="noStrike" u="none">
              <a:solidFill>
                <a:srgbClr val="ffffff"/>
              </a:solidFill>
              <a:uFillTx/>
              <a:latin typeface="Noto Sans"/>
            </a:endParaRPr>
          </a:p>
          <a:p>
            <a:pPr indent="0">
              <a:spcBef>
                <a:spcPts val="1191"/>
              </a:spcBef>
              <a:spcAft>
                <a:spcPts val="992"/>
              </a:spcAft>
              <a:buNone/>
            </a:pPr>
            <a:r>
              <a:rPr b="1" lang="en-US" sz="2200" strike="noStrike" u="none">
                <a:solidFill>
                  <a:srgbClr val="ffffff"/>
                </a:solidFill>
                <a:uFillTx/>
                <a:latin typeface="Noto Sans"/>
              </a:rPr>
              <a:t>Objectives:</a:t>
            </a:r>
            <a:endParaRPr b="0" lang="en-US" sz="2200" strike="noStrike" u="none">
              <a:solidFill>
                <a:srgbClr val="ffffff"/>
              </a:solidFill>
              <a:uFillTx/>
              <a:latin typeface="Noto Sans"/>
            </a:endParaRPr>
          </a:p>
          <a:p>
            <a:pPr marL="216000" indent="-216000">
              <a:spcBef>
                <a:spcPts val="340"/>
              </a:spcBef>
              <a:spcAft>
                <a:spcPts val="142"/>
              </a:spcAft>
              <a:buClr>
                <a:srgbClr val="ffffff"/>
              </a:buClr>
              <a:buSzPct val="45000"/>
              <a:buFont typeface="Wingdings" charset="2"/>
              <a:buChar char=""/>
            </a:pPr>
            <a:r>
              <a:rPr b="1" lang="en-US" sz="2200" strike="noStrike" u="none">
                <a:solidFill>
                  <a:srgbClr val="ffffff"/>
                </a:solidFill>
                <a:uFillTx/>
                <a:latin typeface="Noto Sans"/>
              </a:rPr>
              <a:t>Distribute</a:t>
            </a:r>
            <a:r>
              <a:rPr b="0" lang="en-US" sz="2200" strike="noStrike" u="none">
                <a:solidFill>
                  <a:srgbClr val="ffffff"/>
                </a:solidFill>
                <a:uFillTx/>
                <a:latin typeface="Noto Sans"/>
              </a:rPr>
              <a:t> Iftar meals to fasting individuals and families in need. </a:t>
            </a:r>
            <a:endParaRPr b="0" lang="en-US" sz="2200" strike="noStrike" u="none">
              <a:solidFill>
                <a:srgbClr val="ffffff"/>
              </a:solidFill>
              <a:uFillTx/>
              <a:latin typeface="Noto Sans"/>
            </a:endParaRPr>
          </a:p>
          <a:p>
            <a:pPr marL="216000" indent="-216000">
              <a:spcBef>
                <a:spcPts val="340"/>
              </a:spcBef>
              <a:spcAft>
                <a:spcPts val="142"/>
              </a:spcAft>
              <a:buClr>
                <a:srgbClr val="ffffff"/>
              </a:buClr>
              <a:buSzPct val="45000"/>
              <a:buFont typeface="Wingdings" charset="2"/>
              <a:buChar char=""/>
            </a:pPr>
            <a:r>
              <a:rPr b="1" lang="en-US" sz="2200" strike="noStrike" u="none">
                <a:solidFill>
                  <a:srgbClr val="ffffff"/>
                </a:solidFill>
                <a:uFillTx/>
                <a:latin typeface="Noto Sans"/>
              </a:rPr>
              <a:t>Promote</a:t>
            </a:r>
            <a:r>
              <a:rPr b="0" lang="en-US" sz="2200" strike="noStrike" u="none">
                <a:solidFill>
                  <a:srgbClr val="ffffff"/>
                </a:solidFill>
                <a:uFillTx/>
                <a:latin typeface="Noto Sans"/>
              </a:rPr>
              <a:t> community solidarity and empathy. </a:t>
            </a:r>
            <a:endParaRPr b="0" lang="en-US" sz="2200" strike="noStrike" u="none">
              <a:solidFill>
                <a:srgbClr val="ffffff"/>
              </a:solidFill>
              <a:uFillTx/>
              <a:latin typeface="Noto Sans"/>
            </a:endParaRPr>
          </a:p>
          <a:p>
            <a:pPr marL="216000" indent="-216000">
              <a:spcBef>
                <a:spcPts val="340"/>
              </a:spcBef>
              <a:spcAft>
                <a:spcPts val="142"/>
              </a:spcAft>
              <a:buClr>
                <a:srgbClr val="ffffff"/>
              </a:buClr>
              <a:buSzPct val="45000"/>
              <a:buFont typeface="Wingdings" charset="2"/>
              <a:buChar char=""/>
            </a:pPr>
            <a:r>
              <a:rPr b="0" lang="en-US" sz="2200" strike="noStrike" u="none">
                <a:solidFill>
                  <a:srgbClr val="ffffff"/>
                </a:solidFill>
                <a:uFillTx/>
                <a:latin typeface="Noto Sans"/>
              </a:rPr>
              <a:t>Raise </a:t>
            </a:r>
            <a:r>
              <a:rPr b="1" lang="en-US" sz="2200" strike="noStrike" u="none">
                <a:solidFill>
                  <a:srgbClr val="ffffff"/>
                </a:solidFill>
                <a:uFillTx/>
                <a:latin typeface="Noto Sans"/>
              </a:rPr>
              <a:t>awareness</a:t>
            </a:r>
            <a:r>
              <a:rPr b="0" lang="en-US" sz="2200" strike="noStrike" u="none">
                <a:solidFill>
                  <a:srgbClr val="ffffff"/>
                </a:solidFill>
                <a:uFillTx/>
                <a:latin typeface="Noto Sans"/>
              </a:rPr>
              <a:t> about food insecurity during Ramadan.</a:t>
            </a:r>
            <a:endParaRPr b="0" lang="en-US" sz="2200" strike="noStrike" u="none">
              <a:solidFill>
                <a:srgbClr val="ffffff"/>
              </a:solidFill>
              <a:uFillTx/>
              <a:latin typeface="Noto Sans"/>
            </a:endParaRPr>
          </a:p>
        </p:txBody>
      </p:sp>
      <p:sp>
        <p:nvSpPr>
          <p:cNvPr id="109" name=""/>
          <p:cNvSpPr/>
          <p:nvPr/>
        </p:nvSpPr>
        <p:spPr>
          <a:xfrm>
            <a:off x="4343400" y="228600"/>
            <a:ext cx="1371600" cy="1060920"/>
          </a:xfrm>
          <a:custGeom>
            <a:avLst/>
            <a:gdLst/>
            <a:ahLst/>
            <a:rect l="0" t="0" r="r" b="b"/>
            <a:pathLst>
              <a:path w="3810" h="2947">
                <a:moveTo>
                  <a:pt x="0" y="1906"/>
                </a:moveTo>
                <a:cubicBezTo>
                  <a:pt x="0" y="1859"/>
                  <a:pt x="16" y="1824"/>
                  <a:pt x="47" y="1799"/>
                </a:cubicBezTo>
                <a:cubicBezTo>
                  <a:pt x="71" y="1772"/>
                  <a:pt x="107" y="1759"/>
                  <a:pt x="154" y="1759"/>
                </a:cubicBezTo>
                <a:lnTo>
                  <a:pt x="521" y="1759"/>
                </a:lnTo>
                <a:cubicBezTo>
                  <a:pt x="563" y="1759"/>
                  <a:pt x="598" y="1772"/>
                  <a:pt x="626" y="1801"/>
                </a:cubicBezTo>
                <a:cubicBezTo>
                  <a:pt x="654" y="1829"/>
                  <a:pt x="668" y="1864"/>
                  <a:pt x="668" y="1906"/>
                </a:cubicBezTo>
                <a:cubicBezTo>
                  <a:pt x="668" y="1949"/>
                  <a:pt x="653" y="1984"/>
                  <a:pt x="624" y="2014"/>
                </a:cubicBezTo>
                <a:cubicBezTo>
                  <a:pt x="595" y="2043"/>
                  <a:pt x="561" y="2057"/>
                  <a:pt x="521" y="2057"/>
                </a:cubicBezTo>
                <a:lnTo>
                  <a:pt x="154" y="2057"/>
                </a:lnTo>
                <a:cubicBezTo>
                  <a:pt x="112" y="2057"/>
                  <a:pt x="76" y="2043"/>
                  <a:pt x="45" y="2014"/>
                </a:cubicBezTo>
                <a:cubicBezTo>
                  <a:pt x="15" y="1984"/>
                  <a:pt x="0" y="1949"/>
                  <a:pt x="0" y="1906"/>
                </a:cubicBezTo>
                <a:moveTo>
                  <a:pt x="161" y="2797"/>
                </a:moveTo>
                <a:cubicBezTo>
                  <a:pt x="161" y="2756"/>
                  <a:pt x="177" y="2720"/>
                  <a:pt x="208" y="2689"/>
                </a:cubicBezTo>
                <a:cubicBezTo>
                  <a:pt x="237" y="2663"/>
                  <a:pt x="273" y="2649"/>
                  <a:pt x="316" y="2649"/>
                </a:cubicBezTo>
                <a:lnTo>
                  <a:pt x="3498" y="2649"/>
                </a:lnTo>
                <a:cubicBezTo>
                  <a:pt x="3540" y="2649"/>
                  <a:pt x="3576" y="2663"/>
                  <a:pt x="3605" y="2691"/>
                </a:cubicBezTo>
                <a:cubicBezTo>
                  <a:pt x="3634" y="2719"/>
                  <a:pt x="3649" y="2753"/>
                  <a:pt x="3649" y="2795"/>
                </a:cubicBezTo>
                <a:cubicBezTo>
                  <a:pt x="3649" y="2836"/>
                  <a:pt x="3634" y="2872"/>
                  <a:pt x="3605" y="2902"/>
                </a:cubicBezTo>
                <a:cubicBezTo>
                  <a:pt x="3576" y="2932"/>
                  <a:pt x="3540" y="2947"/>
                  <a:pt x="3498" y="2947"/>
                </a:cubicBezTo>
                <a:lnTo>
                  <a:pt x="316" y="2947"/>
                </a:lnTo>
                <a:cubicBezTo>
                  <a:pt x="273" y="2947"/>
                  <a:pt x="236" y="2933"/>
                  <a:pt x="206" y="2904"/>
                </a:cubicBezTo>
                <a:cubicBezTo>
                  <a:pt x="176" y="2875"/>
                  <a:pt x="161" y="2839"/>
                  <a:pt x="161" y="2797"/>
                </a:cubicBezTo>
                <a:moveTo>
                  <a:pt x="521" y="668"/>
                </a:moveTo>
                <a:cubicBezTo>
                  <a:pt x="521" y="623"/>
                  <a:pt x="534" y="588"/>
                  <a:pt x="561" y="564"/>
                </a:cubicBezTo>
                <a:cubicBezTo>
                  <a:pt x="590" y="533"/>
                  <a:pt x="625" y="517"/>
                  <a:pt x="668" y="517"/>
                </a:cubicBezTo>
                <a:cubicBezTo>
                  <a:pt x="710" y="517"/>
                  <a:pt x="746" y="533"/>
                  <a:pt x="775" y="564"/>
                </a:cubicBezTo>
                <a:lnTo>
                  <a:pt x="1027" y="819"/>
                </a:lnTo>
                <a:cubicBezTo>
                  <a:pt x="1059" y="848"/>
                  <a:pt x="1075" y="883"/>
                  <a:pt x="1075" y="923"/>
                </a:cubicBezTo>
                <a:cubicBezTo>
                  <a:pt x="1075" y="967"/>
                  <a:pt x="1060" y="1004"/>
                  <a:pt x="1032" y="1032"/>
                </a:cubicBezTo>
                <a:cubicBezTo>
                  <a:pt x="1005" y="1060"/>
                  <a:pt x="969" y="1074"/>
                  <a:pt x="927" y="1074"/>
                </a:cubicBezTo>
                <a:cubicBezTo>
                  <a:pt x="888" y="1074"/>
                  <a:pt x="854" y="1060"/>
                  <a:pt x="823" y="1030"/>
                </a:cubicBezTo>
                <a:lnTo>
                  <a:pt x="561" y="775"/>
                </a:lnTo>
                <a:cubicBezTo>
                  <a:pt x="534" y="751"/>
                  <a:pt x="521" y="715"/>
                  <a:pt x="521" y="668"/>
                </a:cubicBezTo>
                <a:moveTo>
                  <a:pt x="973" y="1907"/>
                </a:moveTo>
                <a:cubicBezTo>
                  <a:pt x="973" y="2059"/>
                  <a:pt x="1005" y="2196"/>
                  <a:pt x="1067" y="2317"/>
                </a:cubicBezTo>
                <a:cubicBezTo>
                  <a:pt x="1072" y="2332"/>
                  <a:pt x="1087" y="2340"/>
                  <a:pt x="1111" y="2340"/>
                </a:cubicBezTo>
                <a:lnTo>
                  <a:pt x="1400" y="2340"/>
                </a:lnTo>
                <a:cubicBezTo>
                  <a:pt x="1414" y="2340"/>
                  <a:pt x="1422" y="2336"/>
                  <a:pt x="1425" y="2328"/>
                </a:cubicBezTo>
                <a:cubicBezTo>
                  <a:pt x="1429" y="2321"/>
                  <a:pt x="1425" y="2311"/>
                  <a:pt x="1414" y="2300"/>
                </a:cubicBezTo>
                <a:cubicBezTo>
                  <a:pt x="1320" y="2186"/>
                  <a:pt x="1273" y="2055"/>
                  <a:pt x="1273" y="1907"/>
                </a:cubicBezTo>
                <a:cubicBezTo>
                  <a:pt x="1273" y="1732"/>
                  <a:pt x="1335" y="1584"/>
                  <a:pt x="1461" y="1462"/>
                </a:cubicBezTo>
                <a:cubicBezTo>
                  <a:pt x="1586" y="1339"/>
                  <a:pt x="1735" y="1279"/>
                  <a:pt x="1907" y="1279"/>
                </a:cubicBezTo>
                <a:cubicBezTo>
                  <a:pt x="2082" y="1279"/>
                  <a:pt x="2230" y="1339"/>
                  <a:pt x="2352" y="1462"/>
                </a:cubicBezTo>
                <a:cubicBezTo>
                  <a:pt x="2474" y="1584"/>
                  <a:pt x="2535" y="1732"/>
                  <a:pt x="2535" y="1907"/>
                </a:cubicBezTo>
                <a:cubicBezTo>
                  <a:pt x="2535" y="2057"/>
                  <a:pt x="2489" y="2188"/>
                  <a:pt x="2397" y="2300"/>
                </a:cubicBezTo>
                <a:cubicBezTo>
                  <a:pt x="2391" y="2311"/>
                  <a:pt x="2387" y="2318"/>
                  <a:pt x="2387" y="2320"/>
                </a:cubicBezTo>
                <a:cubicBezTo>
                  <a:pt x="2387" y="2324"/>
                  <a:pt x="2389" y="2329"/>
                  <a:pt x="2392" y="2333"/>
                </a:cubicBezTo>
                <a:cubicBezTo>
                  <a:pt x="2396" y="2338"/>
                  <a:pt x="2402" y="2340"/>
                  <a:pt x="2411" y="2340"/>
                </a:cubicBezTo>
                <a:lnTo>
                  <a:pt x="2705" y="2340"/>
                </a:lnTo>
                <a:cubicBezTo>
                  <a:pt x="2721" y="2340"/>
                  <a:pt x="2734" y="2332"/>
                  <a:pt x="2743" y="2317"/>
                </a:cubicBezTo>
                <a:cubicBezTo>
                  <a:pt x="2808" y="2193"/>
                  <a:pt x="2840" y="2057"/>
                  <a:pt x="2840" y="1907"/>
                </a:cubicBezTo>
                <a:cubicBezTo>
                  <a:pt x="2840" y="1739"/>
                  <a:pt x="2798" y="1584"/>
                  <a:pt x="2714" y="1440"/>
                </a:cubicBezTo>
                <a:cubicBezTo>
                  <a:pt x="2630" y="1297"/>
                  <a:pt x="2516" y="1183"/>
                  <a:pt x="2373" y="1100"/>
                </a:cubicBezTo>
                <a:cubicBezTo>
                  <a:pt x="2230" y="1015"/>
                  <a:pt x="2074" y="973"/>
                  <a:pt x="1906" y="973"/>
                </a:cubicBezTo>
                <a:cubicBezTo>
                  <a:pt x="1739" y="973"/>
                  <a:pt x="1583" y="1015"/>
                  <a:pt x="1440" y="1100"/>
                </a:cubicBezTo>
                <a:cubicBezTo>
                  <a:pt x="1297" y="1183"/>
                  <a:pt x="1183" y="1297"/>
                  <a:pt x="1100" y="1440"/>
                </a:cubicBezTo>
                <a:cubicBezTo>
                  <a:pt x="1015" y="1584"/>
                  <a:pt x="973" y="1739"/>
                  <a:pt x="973" y="1907"/>
                </a:cubicBezTo>
                <a:moveTo>
                  <a:pt x="1756" y="521"/>
                </a:moveTo>
                <a:lnTo>
                  <a:pt x="1756" y="154"/>
                </a:lnTo>
                <a:cubicBezTo>
                  <a:pt x="1756" y="112"/>
                  <a:pt x="1771" y="76"/>
                  <a:pt x="1800" y="46"/>
                </a:cubicBezTo>
                <a:cubicBezTo>
                  <a:pt x="1829" y="15"/>
                  <a:pt x="1864" y="0"/>
                  <a:pt x="1906" y="0"/>
                </a:cubicBezTo>
                <a:cubicBezTo>
                  <a:pt x="1947" y="0"/>
                  <a:pt x="1984" y="15"/>
                  <a:pt x="2014" y="46"/>
                </a:cubicBezTo>
                <a:cubicBezTo>
                  <a:pt x="2046" y="76"/>
                  <a:pt x="2061" y="112"/>
                  <a:pt x="2061" y="154"/>
                </a:cubicBezTo>
                <a:lnTo>
                  <a:pt x="2061" y="521"/>
                </a:lnTo>
                <a:cubicBezTo>
                  <a:pt x="2061" y="563"/>
                  <a:pt x="2046" y="599"/>
                  <a:pt x="2014" y="629"/>
                </a:cubicBezTo>
                <a:cubicBezTo>
                  <a:pt x="1984" y="660"/>
                  <a:pt x="1947" y="675"/>
                  <a:pt x="1906" y="675"/>
                </a:cubicBezTo>
                <a:cubicBezTo>
                  <a:pt x="1864" y="675"/>
                  <a:pt x="1829" y="660"/>
                  <a:pt x="1800" y="629"/>
                </a:cubicBezTo>
                <a:cubicBezTo>
                  <a:pt x="1771" y="599"/>
                  <a:pt x="1756" y="563"/>
                  <a:pt x="1756" y="521"/>
                </a:cubicBezTo>
                <a:moveTo>
                  <a:pt x="2739" y="923"/>
                </a:moveTo>
                <a:cubicBezTo>
                  <a:pt x="2739" y="880"/>
                  <a:pt x="2754" y="846"/>
                  <a:pt x="2783" y="819"/>
                </a:cubicBezTo>
                <a:lnTo>
                  <a:pt x="3035" y="564"/>
                </a:lnTo>
                <a:cubicBezTo>
                  <a:pt x="3064" y="533"/>
                  <a:pt x="3100" y="517"/>
                  <a:pt x="3142" y="517"/>
                </a:cubicBezTo>
                <a:cubicBezTo>
                  <a:pt x="3187" y="517"/>
                  <a:pt x="3223" y="531"/>
                  <a:pt x="3251" y="561"/>
                </a:cubicBezTo>
                <a:cubicBezTo>
                  <a:pt x="3279" y="590"/>
                  <a:pt x="3293" y="625"/>
                  <a:pt x="3293" y="668"/>
                </a:cubicBezTo>
                <a:cubicBezTo>
                  <a:pt x="3293" y="713"/>
                  <a:pt x="3281" y="749"/>
                  <a:pt x="3256" y="775"/>
                </a:cubicBezTo>
                <a:lnTo>
                  <a:pt x="2991" y="1030"/>
                </a:lnTo>
                <a:cubicBezTo>
                  <a:pt x="2962" y="1057"/>
                  <a:pt x="2927" y="1071"/>
                  <a:pt x="2887" y="1071"/>
                </a:cubicBezTo>
                <a:cubicBezTo>
                  <a:pt x="2843" y="1071"/>
                  <a:pt x="2807" y="1057"/>
                  <a:pt x="2780" y="1030"/>
                </a:cubicBezTo>
                <a:cubicBezTo>
                  <a:pt x="2753" y="1004"/>
                  <a:pt x="2739" y="968"/>
                  <a:pt x="2739" y="923"/>
                </a:cubicBezTo>
                <a:moveTo>
                  <a:pt x="3145" y="1906"/>
                </a:moveTo>
                <a:cubicBezTo>
                  <a:pt x="3145" y="1859"/>
                  <a:pt x="3160" y="1824"/>
                  <a:pt x="3189" y="1799"/>
                </a:cubicBezTo>
                <a:cubicBezTo>
                  <a:pt x="3214" y="1772"/>
                  <a:pt x="3247" y="1759"/>
                  <a:pt x="3289" y="1759"/>
                </a:cubicBezTo>
                <a:lnTo>
                  <a:pt x="3656" y="1759"/>
                </a:lnTo>
                <a:cubicBezTo>
                  <a:pt x="3698" y="1759"/>
                  <a:pt x="3734" y="1772"/>
                  <a:pt x="3764" y="1801"/>
                </a:cubicBezTo>
                <a:cubicBezTo>
                  <a:pt x="3795" y="1829"/>
                  <a:pt x="3810" y="1864"/>
                  <a:pt x="3810" y="1906"/>
                </a:cubicBezTo>
                <a:cubicBezTo>
                  <a:pt x="3810" y="1949"/>
                  <a:pt x="3795" y="1984"/>
                  <a:pt x="3764" y="2014"/>
                </a:cubicBezTo>
                <a:cubicBezTo>
                  <a:pt x="3734" y="2043"/>
                  <a:pt x="3698" y="2057"/>
                  <a:pt x="3656" y="2057"/>
                </a:cubicBezTo>
                <a:lnTo>
                  <a:pt x="3289" y="2057"/>
                </a:lnTo>
                <a:cubicBezTo>
                  <a:pt x="3249" y="2057"/>
                  <a:pt x="3215" y="2043"/>
                  <a:pt x="3187" y="2014"/>
                </a:cubicBezTo>
                <a:cubicBezTo>
                  <a:pt x="3160" y="1984"/>
                  <a:pt x="3145" y="1949"/>
                  <a:pt x="3145" y="1906"/>
                </a:cubicBezTo>
                <a:close/>
              </a:path>
            </a:pathLst>
          </a:custGeom>
          <a:solidFill>
            <a:srgbClr val="ffffff"/>
          </a:solidFill>
          <a:ln w="0">
            <a:noFill/>
          </a:ln>
        </p:spPr>
        <p:txBody>
          <a:bodyPr lIns="0" rIns="0" tIns="0" bIns="0" anchor="ctr">
            <a:noAutofit/>
          </a:bodyPr>
          <a:p>
            <a:pPr algn="ctr"/>
            <a:endParaRPr b="0" lang="en-US" sz="1800" strike="noStrike" u="none">
              <a:solidFill>
                <a:srgbClr val="0d84a1"/>
              </a:solidFill>
              <a:uFillTx/>
              <a:latin typeface="Noto Sans"/>
            </a:endParaRPr>
          </a:p>
        </p:txBody>
      </p:sp>
    </p:spTree>
  </p:cSld>
  <p:transition>
    <p:fade/>
  </p:transition>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271400" y="264600"/>
            <a:ext cx="5400000" cy="946440"/>
          </a:xfrm>
          <a:prstGeom prst="rect">
            <a:avLst/>
          </a:prstGeom>
          <a:noFill/>
          <a:ln w="0">
            <a:noFill/>
          </a:ln>
        </p:spPr>
        <p:txBody>
          <a:bodyPr lIns="0" rIns="0" tIns="0" bIns="0" anchor="ctr">
            <a:normAutofit/>
          </a:bodyPr>
          <a:p>
            <a:pPr indent="0" algn="ctr">
              <a:spcBef>
                <a:spcPts val="1191"/>
              </a:spcBef>
              <a:spcAft>
                <a:spcPts val="992"/>
              </a:spcAft>
              <a:buNone/>
            </a:pPr>
            <a:r>
              <a:rPr b="1" lang="en-US" sz="3600" strike="noStrike" u="none">
                <a:solidFill>
                  <a:srgbClr val="0d84a1"/>
                </a:solidFill>
                <a:uFillTx/>
                <a:latin typeface="Noto Sans"/>
              </a:rPr>
              <a:t>SDGs Addressed</a:t>
            </a:r>
            <a:endParaRPr b="1" lang="en-US" sz="3600" strike="noStrike" u="none">
              <a:solidFill>
                <a:srgbClr val="0d84a1"/>
              </a:solidFill>
              <a:uFillTx/>
              <a:latin typeface="Noto Sans"/>
            </a:endParaRPr>
          </a:p>
        </p:txBody>
      </p:sp>
      <p:sp>
        <p:nvSpPr>
          <p:cNvPr id="111" name=""/>
          <p:cNvSpPr/>
          <p:nvPr/>
        </p:nvSpPr>
        <p:spPr>
          <a:xfrm>
            <a:off x="4690440" y="2767680"/>
            <a:ext cx="231840" cy="264600"/>
          </a:xfrm>
          <a:custGeom>
            <a:avLst/>
            <a:gdLst/>
            <a:ahLst/>
            <a:rect l="0" t="0" r="r" b="b"/>
            <a:pathLst>
              <a:path w="644" h="735">
                <a:moveTo>
                  <a:pt x="504" y="185"/>
                </a:moveTo>
                <a:cubicBezTo>
                  <a:pt x="542" y="192"/>
                  <a:pt x="572" y="212"/>
                  <a:pt x="596" y="245"/>
                </a:cubicBezTo>
                <a:cubicBezTo>
                  <a:pt x="617" y="275"/>
                  <a:pt x="631" y="313"/>
                  <a:pt x="639" y="358"/>
                </a:cubicBezTo>
                <a:cubicBezTo>
                  <a:pt x="646" y="399"/>
                  <a:pt x="645" y="440"/>
                  <a:pt x="638" y="481"/>
                </a:cubicBezTo>
                <a:cubicBezTo>
                  <a:pt x="626" y="549"/>
                  <a:pt x="603" y="606"/>
                  <a:pt x="569" y="652"/>
                </a:cubicBezTo>
                <a:cubicBezTo>
                  <a:pt x="528" y="707"/>
                  <a:pt x="476" y="735"/>
                  <a:pt x="414" y="735"/>
                </a:cubicBezTo>
                <a:cubicBezTo>
                  <a:pt x="399" y="735"/>
                  <a:pt x="382" y="730"/>
                  <a:pt x="363" y="721"/>
                </a:cubicBezTo>
                <a:cubicBezTo>
                  <a:pt x="351" y="713"/>
                  <a:pt x="337" y="709"/>
                  <a:pt x="322" y="709"/>
                </a:cubicBezTo>
                <a:cubicBezTo>
                  <a:pt x="307" y="709"/>
                  <a:pt x="293" y="713"/>
                  <a:pt x="280" y="721"/>
                </a:cubicBezTo>
                <a:cubicBezTo>
                  <a:pt x="262" y="730"/>
                  <a:pt x="245" y="735"/>
                  <a:pt x="230" y="735"/>
                </a:cubicBezTo>
                <a:cubicBezTo>
                  <a:pt x="168" y="735"/>
                  <a:pt x="116" y="707"/>
                  <a:pt x="75" y="652"/>
                </a:cubicBezTo>
                <a:cubicBezTo>
                  <a:pt x="40" y="606"/>
                  <a:pt x="17" y="549"/>
                  <a:pt x="6" y="481"/>
                </a:cubicBezTo>
                <a:cubicBezTo>
                  <a:pt x="-2" y="440"/>
                  <a:pt x="-2" y="399"/>
                  <a:pt x="5" y="358"/>
                </a:cubicBezTo>
                <a:cubicBezTo>
                  <a:pt x="12" y="313"/>
                  <a:pt x="27" y="275"/>
                  <a:pt x="48" y="245"/>
                </a:cubicBezTo>
                <a:cubicBezTo>
                  <a:pt x="72" y="212"/>
                  <a:pt x="102" y="192"/>
                  <a:pt x="139" y="185"/>
                </a:cubicBezTo>
                <a:cubicBezTo>
                  <a:pt x="163" y="181"/>
                  <a:pt x="194" y="185"/>
                  <a:pt x="234" y="195"/>
                </a:cubicBezTo>
                <a:cubicBezTo>
                  <a:pt x="268" y="205"/>
                  <a:pt x="298" y="216"/>
                  <a:pt x="322" y="230"/>
                </a:cubicBezTo>
                <a:cubicBezTo>
                  <a:pt x="346" y="216"/>
                  <a:pt x="375" y="205"/>
                  <a:pt x="410" y="195"/>
                </a:cubicBezTo>
                <a:cubicBezTo>
                  <a:pt x="450" y="185"/>
                  <a:pt x="481" y="181"/>
                  <a:pt x="504" y="185"/>
                </a:cubicBezTo>
                <a:moveTo>
                  <a:pt x="425" y="126"/>
                </a:moveTo>
                <a:cubicBezTo>
                  <a:pt x="412" y="139"/>
                  <a:pt x="394" y="148"/>
                  <a:pt x="372" y="153"/>
                </a:cubicBezTo>
                <a:cubicBezTo>
                  <a:pt x="357" y="159"/>
                  <a:pt x="340" y="161"/>
                  <a:pt x="322" y="161"/>
                </a:cubicBezTo>
                <a:lnTo>
                  <a:pt x="300" y="159"/>
                </a:lnTo>
                <a:cubicBezTo>
                  <a:pt x="299" y="146"/>
                  <a:pt x="299" y="131"/>
                  <a:pt x="300" y="113"/>
                </a:cubicBezTo>
                <a:cubicBezTo>
                  <a:pt x="304" y="79"/>
                  <a:pt x="315" y="53"/>
                  <a:pt x="333" y="35"/>
                </a:cubicBezTo>
                <a:cubicBezTo>
                  <a:pt x="347" y="22"/>
                  <a:pt x="365" y="13"/>
                  <a:pt x="387" y="7"/>
                </a:cubicBezTo>
                <a:cubicBezTo>
                  <a:pt x="402" y="2"/>
                  <a:pt x="418" y="0"/>
                  <a:pt x="437" y="0"/>
                </a:cubicBezTo>
                <a:lnTo>
                  <a:pt x="458" y="1"/>
                </a:lnTo>
                <a:lnTo>
                  <a:pt x="459" y="23"/>
                </a:lnTo>
                <a:cubicBezTo>
                  <a:pt x="459" y="41"/>
                  <a:pt x="457" y="58"/>
                  <a:pt x="453" y="74"/>
                </a:cubicBezTo>
                <a:cubicBezTo>
                  <a:pt x="447" y="95"/>
                  <a:pt x="437" y="113"/>
                  <a:pt x="425" y="126"/>
                </a:cubicBezTo>
                <a:close/>
              </a:path>
            </a:pathLst>
          </a:custGeom>
          <a:solidFill>
            <a:srgbClr val="0d84a1"/>
          </a:solidFill>
          <a:ln w="0">
            <a:noFill/>
          </a:ln>
        </p:spPr>
        <p:txBody>
          <a:bodyPr lIns="0" rIns="0" tIns="0" bIns="0" anchor="ctr">
            <a:noAutofit/>
          </a:bodyPr>
          <a:p>
            <a:pPr algn="ctr"/>
            <a:endParaRPr b="0" lang="en-US" sz="1800" strike="noStrike" u="none">
              <a:solidFill>
                <a:srgbClr val="ffffff"/>
              </a:solidFill>
              <a:uFillTx/>
              <a:latin typeface="Noto Sans"/>
            </a:endParaRPr>
          </a:p>
        </p:txBody>
      </p:sp>
      <p:sp>
        <p:nvSpPr>
          <p:cNvPr id="112" name="PlaceHolder 2"/>
          <p:cNvSpPr>
            <a:spLocks noGrp="1"/>
          </p:cNvSpPr>
          <p:nvPr>
            <p:ph/>
          </p:nvPr>
        </p:nvSpPr>
        <p:spPr>
          <a:xfrm>
            <a:off x="5076000" y="1391400"/>
            <a:ext cx="4050000" cy="3866400"/>
          </a:xfrm>
          <a:prstGeom prst="rect">
            <a:avLst/>
          </a:prstGeom>
          <a:noFill/>
          <a:ln w="0">
            <a:noFill/>
          </a:ln>
        </p:spPr>
        <p:txBody>
          <a:bodyPr lIns="0" rIns="0" tIns="0" bIns="0" anchor="t">
            <a:normAutofit fontScale="25000" lnSpcReduction="19999"/>
          </a:bodyPr>
          <a:p>
            <a:pPr indent="0">
              <a:spcBef>
                <a:spcPts val="1191"/>
              </a:spcBef>
              <a:spcAft>
                <a:spcPts val="992"/>
              </a:spcAft>
              <a:buNone/>
            </a:pPr>
            <a:r>
              <a:rPr b="1" lang="en-US" sz="6600" strike="noStrike" u="none">
                <a:solidFill>
                  <a:srgbClr val="666666"/>
                </a:solidFill>
                <a:uFillTx/>
                <a:latin typeface="Noto Sans"/>
              </a:rPr>
              <a:t>SDG 1: No Poverty</a:t>
            </a:r>
            <a:endParaRPr b="0" lang="en-US" sz="6600" strike="noStrike" u="none">
              <a:solidFill>
                <a:srgbClr val="666666"/>
              </a:solidFill>
              <a:uFillTx/>
              <a:latin typeface="Noto Sans"/>
            </a:endParaRPr>
          </a:p>
          <a:p>
            <a:pPr indent="0">
              <a:spcBef>
                <a:spcPts val="1191"/>
              </a:spcBef>
              <a:spcAft>
                <a:spcPts val="992"/>
              </a:spcAft>
              <a:buNone/>
            </a:pPr>
            <a:r>
              <a:rPr b="0" lang="en-US" sz="6600" strike="noStrike" u="none">
                <a:solidFill>
                  <a:srgbClr val="666666"/>
                </a:solidFill>
                <a:uFillTx/>
                <a:latin typeface="Noto Sans"/>
              </a:rPr>
              <a:t>Supporting vulnerable communities to reduce socioeconomic disparities. </a:t>
            </a:r>
            <a:endParaRPr b="0" lang="en-US" sz="6600" strike="noStrike" u="none">
              <a:solidFill>
                <a:srgbClr val="666666"/>
              </a:solidFill>
              <a:uFillTx/>
              <a:latin typeface="Noto Sans"/>
            </a:endParaRPr>
          </a:p>
          <a:p>
            <a:pPr indent="0">
              <a:spcBef>
                <a:spcPts val="1191"/>
              </a:spcBef>
              <a:spcAft>
                <a:spcPts val="992"/>
              </a:spcAft>
              <a:buNone/>
            </a:pPr>
            <a:endParaRPr b="0" lang="en-US" sz="6600" strike="noStrike" u="none">
              <a:solidFill>
                <a:srgbClr val="666666"/>
              </a:solidFill>
              <a:uFillTx/>
              <a:latin typeface="Noto Sans"/>
            </a:endParaRPr>
          </a:p>
          <a:p>
            <a:pPr indent="0">
              <a:spcBef>
                <a:spcPts val="1191"/>
              </a:spcBef>
              <a:spcAft>
                <a:spcPts val="992"/>
              </a:spcAft>
              <a:buNone/>
            </a:pPr>
            <a:r>
              <a:rPr b="1" lang="en-US" sz="6600" strike="noStrike" u="none">
                <a:solidFill>
                  <a:srgbClr val="666666"/>
                </a:solidFill>
                <a:uFillTx/>
                <a:latin typeface="Noto Sans"/>
              </a:rPr>
              <a:t>SDG 2: Zero Hunger</a:t>
            </a:r>
            <a:endParaRPr b="0" lang="en-US" sz="6600" strike="noStrike" u="none">
              <a:solidFill>
                <a:srgbClr val="666666"/>
              </a:solidFill>
              <a:uFillTx/>
              <a:latin typeface="Noto Sans"/>
            </a:endParaRPr>
          </a:p>
          <a:p>
            <a:pPr indent="0">
              <a:spcBef>
                <a:spcPts val="1191"/>
              </a:spcBef>
              <a:spcAft>
                <a:spcPts val="992"/>
              </a:spcAft>
              <a:buNone/>
            </a:pPr>
            <a:r>
              <a:rPr b="0" lang="en-US" sz="6600" strike="noStrike" u="none">
                <a:solidFill>
                  <a:srgbClr val="666666"/>
                </a:solidFill>
                <a:uFillTx/>
                <a:latin typeface="Noto Sans"/>
              </a:rPr>
              <a:t>Ensuring access to nutritious meals for those facing food insecurity.</a:t>
            </a:r>
            <a:endParaRPr b="0" lang="en-US" sz="6600" strike="noStrike" u="none">
              <a:solidFill>
                <a:srgbClr val="666666"/>
              </a:solidFill>
              <a:uFillTx/>
              <a:latin typeface="Noto Sans"/>
            </a:endParaRPr>
          </a:p>
          <a:p>
            <a:pPr indent="0">
              <a:spcBef>
                <a:spcPts val="1191"/>
              </a:spcBef>
              <a:spcAft>
                <a:spcPts val="992"/>
              </a:spcAft>
              <a:buNone/>
            </a:pPr>
            <a:endParaRPr b="0" lang="en-US" sz="6600" strike="noStrike" u="none">
              <a:solidFill>
                <a:srgbClr val="666666"/>
              </a:solidFill>
              <a:uFillTx/>
              <a:latin typeface="Noto Sans"/>
            </a:endParaRPr>
          </a:p>
          <a:p>
            <a:pPr indent="0">
              <a:spcBef>
                <a:spcPts val="1191"/>
              </a:spcBef>
              <a:spcAft>
                <a:spcPts val="992"/>
              </a:spcAft>
              <a:buNone/>
            </a:pPr>
            <a:r>
              <a:rPr b="1" lang="en-US" sz="6600" strike="noStrike" u="none">
                <a:solidFill>
                  <a:srgbClr val="666666"/>
                </a:solidFill>
                <a:uFillTx/>
                <a:latin typeface="Noto Sans"/>
              </a:rPr>
              <a:t>SDG 10: Reduced Inequalities</a:t>
            </a:r>
            <a:endParaRPr b="0" lang="en-US" sz="6600" strike="noStrike" u="none">
              <a:solidFill>
                <a:srgbClr val="666666"/>
              </a:solidFill>
              <a:uFillTx/>
              <a:latin typeface="Noto Sans"/>
            </a:endParaRPr>
          </a:p>
          <a:p>
            <a:pPr indent="0">
              <a:spcBef>
                <a:spcPts val="1191"/>
              </a:spcBef>
              <a:spcAft>
                <a:spcPts val="992"/>
              </a:spcAft>
              <a:buNone/>
            </a:pPr>
            <a:r>
              <a:rPr b="0" lang="en-US" sz="6600" strike="noStrike" u="none">
                <a:solidFill>
                  <a:srgbClr val="666666"/>
                </a:solidFill>
                <a:uFillTx/>
                <a:latin typeface="Noto Sans"/>
              </a:rPr>
              <a:t>Bridging gaps by serving marginalized groups during Ramadan.</a:t>
            </a:r>
            <a:endParaRPr b="0" lang="en-US" sz="6600" strike="noStrike" u="none">
              <a:solidFill>
                <a:srgbClr val="666666"/>
              </a:solidFill>
              <a:uFillTx/>
              <a:latin typeface="Noto Sans"/>
            </a:endParaRPr>
          </a:p>
        </p:txBody>
      </p:sp>
      <p:sp>
        <p:nvSpPr>
          <p:cNvPr id="113" name=""/>
          <p:cNvSpPr/>
          <p:nvPr/>
        </p:nvSpPr>
        <p:spPr>
          <a:xfrm>
            <a:off x="4681800" y="4175280"/>
            <a:ext cx="240120" cy="204840"/>
          </a:xfrm>
          <a:custGeom>
            <a:avLst/>
            <a:gdLst/>
            <a:ahLst/>
            <a:rect l="0" t="0" r="r" b="b"/>
            <a:pathLst>
              <a:path w="667" h="569">
                <a:moveTo>
                  <a:pt x="470" y="251"/>
                </a:moveTo>
                <a:cubicBezTo>
                  <a:pt x="474" y="246"/>
                  <a:pt x="476" y="240"/>
                  <a:pt x="476" y="233"/>
                </a:cubicBezTo>
                <a:cubicBezTo>
                  <a:pt x="476" y="226"/>
                  <a:pt x="474" y="220"/>
                  <a:pt x="470" y="215"/>
                </a:cubicBezTo>
                <a:cubicBezTo>
                  <a:pt x="465" y="209"/>
                  <a:pt x="459" y="207"/>
                  <a:pt x="452" y="207"/>
                </a:cubicBezTo>
                <a:cubicBezTo>
                  <a:pt x="420" y="207"/>
                  <a:pt x="390" y="211"/>
                  <a:pt x="362" y="218"/>
                </a:cubicBezTo>
                <a:cubicBezTo>
                  <a:pt x="334" y="225"/>
                  <a:pt x="308" y="235"/>
                  <a:pt x="284" y="250"/>
                </a:cubicBezTo>
                <a:cubicBezTo>
                  <a:pt x="259" y="264"/>
                  <a:pt x="236" y="281"/>
                  <a:pt x="216" y="300"/>
                </a:cubicBezTo>
                <a:cubicBezTo>
                  <a:pt x="195" y="320"/>
                  <a:pt x="173" y="343"/>
                  <a:pt x="150" y="370"/>
                </a:cubicBezTo>
                <a:cubicBezTo>
                  <a:pt x="146" y="376"/>
                  <a:pt x="143" y="382"/>
                  <a:pt x="143" y="388"/>
                </a:cubicBezTo>
                <a:cubicBezTo>
                  <a:pt x="143" y="395"/>
                  <a:pt x="145" y="401"/>
                  <a:pt x="150" y="406"/>
                </a:cubicBezTo>
                <a:cubicBezTo>
                  <a:pt x="155" y="411"/>
                  <a:pt x="160" y="414"/>
                  <a:pt x="166" y="414"/>
                </a:cubicBezTo>
                <a:cubicBezTo>
                  <a:pt x="172" y="414"/>
                  <a:pt x="178" y="411"/>
                  <a:pt x="183" y="406"/>
                </a:cubicBezTo>
                <a:cubicBezTo>
                  <a:pt x="190" y="400"/>
                  <a:pt x="199" y="390"/>
                  <a:pt x="211" y="378"/>
                </a:cubicBezTo>
                <a:cubicBezTo>
                  <a:pt x="222" y="365"/>
                  <a:pt x="231" y="356"/>
                  <a:pt x="236" y="351"/>
                </a:cubicBezTo>
                <a:cubicBezTo>
                  <a:pt x="270" y="317"/>
                  <a:pt x="304" y="294"/>
                  <a:pt x="336" y="280"/>
                </a:cubicBezTo>
                <a:cubicBezTo>
                  <a:pt x="369" y="266"/>
                  <a:pt x="407" y="258"/>
                  <a:pt x="452" y="258"/>
                </a:cubicBezTo>
                <a:cubicBezTo>
                  <a:pt x="459" y="258"/>
                  <a:pt x="465" y="256"/>
                  <a:pt x="470" y="251"/>
                </a:cubicBezTo>
                <a:moveTo>
                  <a:pt x="667" y="153"/>
                </a:moveTo>
                <a:cubicBezTo>
                  <a:pt x="667" y="178"/>
                  <a:pt x="664" y="204"/>
                  <a:pt x="659" y="231"/>
                </a:cubicBezTo>
                <a:cubicBezTo>
                  <a:pt x="638" y="345"/>
                  <a:pt x="571" y="433"/>
                  <a:pt x="458" y="494"/>
                </a:cubicBezTo>
                <a:cubicBezTo>
                  <a:pt x="405" y="523"/>
                  <a:pt x="350" y="538"/>
                  <a:pt x="295" y="538"/>
                </a:cubicBezTo>
                <a:cubicBezTo>
                  <a:pt x="259" y="538"/>
                  <a:pt x="223" y="532"/>
                  <a:pt x="188" y="519"/>
                </a:cubicBezTo>
                <a:cubicBezTo>
                  <a:pt x="184" y="517"/>
                  <a:pt x="173" y="512"/>
                  <a:pt x="155" y="502"/>
                </a:cubicBezTo>
                <a:cubicBezTo>
                  <a:pt x="137" y="492"/>
                  <a:pt x="125" y="487"/>
                  <a:pt x="120" y="487"/>
                </a:cubicBezTo>
                <a:cubicBezTo>
                  <a:pt x="116" y="487"/>
                  <a:pt x="111" y="491"/>
                  <a:pt x="105" y="500"/>
                </a:cubicBezTo>
                <a:cubicBezTo>
                  <a:pt x="99" y="508"/>
                  <a:pt x="94" y="518"/>
                  <a:pt x="89" y="528"/>
                </a:cubicBezTo>
                <a:cubicBezTo>
                  <a:pt x="83" y="538"/>
                  <a:pt x="77" y="548"/>
                  <a:pt x="69" y="556"/>
                </a:cubicBezTo>
                <a:cubicBezTo>
                  <a:pt x="61" y="565"/>
                  <a:pt x="54" y="569"/>
                  <a:pt x="46" y="569"/>
                </a:cubicBezTo>
                <a:cubicBezTo>
                  <a:pt x="36" y="569"/>
                  <a:pt x="28" y="567"/>
                  <a:pt x="23" y="562"/>
                </a:cubicBezTo>
                <a:cubicBezTo>
                  <a:pt x="17" y="557"/>
                  <a:pt x="12" y="549"/>
                  <a:pt x="6" y="538"/>
                </a:cubicBezTo>
                <a:cubicBezTo>
                  <a:pt x="5" y="537"/>
                  <a:pt x="4" y="535"/>
                  <a:pt x="4" y="533"/>
                </a:cubicBezTo>
                <a:cubicBezTo>
                  <a:pt x="3" y="532"/>
                  <a:pt x="2" y="531"/>
                  <a:pt x="2" y="530"/>
                </a:cubicBezTo>
                <a:cubicBezTo>
                  <a:pt x="1" y="529"/>
                  <a:pt x="0" y="528"/>
                  <a:pt x="0" y="526"/>
                </a:cubicBezTo>
                <a:cubicBezTo>
                  <a:pt x="0" y="525"/>
                  <a:pt x="0" y="522"/>
                  <a:pt x="0" y="520"/>
                </a:cubicBezTo>
                <a:cubicBezTo>
                  <a:pt x="0" y="510"/>
                  <a:pt x="4" y="501"/>
                  <a:pt x="11" y="490"/>
                </a:cubicBezTo>
                <a:cubicBezTo>
                  <a:pt x="19" y="480"/>
                  <a:pt x="28" y="472"/>
                  <a:pt x="37" y="464"/>
                </a:cubicBezTo>
                <a:cubicBezTo>
                  <a:pt x="46" y="457"/>
                  <a:pt x="54" y="449"/>
                  <a:pt x="62" y="441"/>
                </a:cubicBezTo>
                <a:cubicBezTo>
                  <a:pt x="70" y="434"/>
                  <a:pt x="73" y="427"/>
                  <a:pt x="73" y="422"/>
                </a:cubicBezTo>
                <a:cubicBezTo>
                  <a:pt x="73" y="421"/>
                  <a:pt x="72" y="415"/>
                  <a:pt x="68" y="407"/>
                </a:cubicBezTo>
                <a:cubicBezTo>
                  <a:pt x="65" y="397"/>
                  <a:pt x="63" y="391"/>
                  <a:pt x="62" y="389"/>
                </a:cubicBezTo>
                <a:cubicBezTo>
                  <a:pt x="60" y="375"/>
                  <a:pt x="59" y="362"/>
                  <a:pt x="59" y="347"/>
                </a:cubicBezTo>
                <a:cubicBezTo>
                  <a:pt x="59" y="316"/>
                  <a:pt x="65" y="286"/>
                  <a:pt x="75" y="258"/>
                </a:cubicBezTo>
                <a:cubicBezTo>
                  <a:pt x="86" y="230"/>
                  <a:pt x="101" y="205"/>
                  <a:pt x="120" y="183"/>
                </a:cubicBezTo>
                <a:cubicBezTo>
                  <a:pt x="138" y="162"/>
                  <a:pt x="159" y="143"/>
                  <a:pt x="183" y="127"/>
                </a:cubicBezTo>
                <a:cubicBezTo>
                  <a:pt x="207" y="111"/>
                  <a:pt x="232" y="98"/>
                  <a:pt x="259" y="89"/>
                </a:cubicBezTo>
                <a:cubicBezTo>
                  <a:pt x="272" y="84"/>
                  <a:pt x="290" y="80"/>
                  <a:pt x="313" y="78"/>
                </a:cubicBezTo>
                <a:cubicBezTo>
                  <a:pt x="335" y="76"/>
                  <a:pt x="358" y="75"/>
                  <a:pt x="379" y="74"/>
                </a:cubicBezTo>
                <a:cubicBezTo>
                  <a:pt x="402" y="74"/>
                  <a:pt x="424" y="73"/>
                  <a:pt x="446" y="72"/>
                </a:cubicBezTo>
                <a:cubicBezTo>
                  <a:pt x="469" y="71"/>
                  <a:pt x="489" y="68"/>
                  <a:pt x="507" y="63"/>
                </a:cubicBezTo>
                <a:cubicBezTo>
                  <a:pt x="526" y="57"/>
                  <a:pt x="540" y="50"/>
                  <a:pt x="550" y="40"/>
                </a:cubicBezTo>
                <a:cubicBezTo>
                  <a:pt x="552" y="37"/>
                  <a:pt x="556" y="33"/>
                  <a:pt x="560" y="28"/>
                </a:cubicBezTo>
                <a:cubicBezTo>
                  <a:pt x="565" y="22"/>
                  <a:pt x="569" y="19"/>
                  <a:pt x="571" y="17"/>
                </a:cubicBezTo>
                <a:cubicBezTo>
                  <a:pt x="574" y="14"/>
                  <a:pt x="577" y="12"/>
                  <a:pt x="582" y="9"/>
                </a:cubicBezTo>
                <a:cubicBezTo>
                  <a:pt x="586" y="5"/>
                  <a:pt x="590" y="4"/>
                  <a:pt x="595" y="2"/>
                </a:cubicBezTo>
                <a:cubicBezTo>
                  <a:pt x="600" y="1"/>
                  <a:pt x="606" y="0"/>
                  <a:pt x="612" y="0"/>
                </a:cubicBezTo>
                <a:cubicBezTo>
                  <a:pt x="621" y="0"/>
                  <a:pt x="629" y="6"/>
                  <a:pt x="638" y="19"/>
                </a:cubicBezTo>
                <a:cubicBezTo>
                  <a:pt x="645" y="31"/>
                  <a:pt x="651" y="46"/>
                  <a:pt x="655" y="64"/>
                </a:cubicBezTo>
                <a:cubicBezTo>
                  <a:pt x="659" y="81"/>
                  <a:pt x="662" y="99"/>
                  <a:pt x="664" y="114"/>
                </a:cubicBezTo>
                <a:cubicBezTo>
                  <a:pt x="666" y="129"/>
                  <a:pt x="667" y="142"/>
                  <a:pt x="667" y="153"/>
                </a:cubicBezTo>
                <a:close/>
              </a:path>
            </a:pathLst>
          </a:custGeom>
          <a:solidFill>
            <a:srgbClr val="0d84a1"/>
          </a:solidFill>
          <a:ln w="0">
            <a:noFill/>
          </a:ln>
        </p:spPr>
        <p:txBody>
          <a:bodyPr lIns="0" rIns="0" tIns="0" bIns="0" anchor="ctr">
            <a:noAutofit/>
          </a:bodyPr>
          <a:p>
            <a:pPr algn="ctr"/>
            <a:endParaRPr b="0" lang="en-US" sz="1800" strike="noStrike" u="none">
              <a:solidFill>
                <a:srgbClr val="ffffff"/>
              </a:solidFill>
              <a:uFillTx/>
              <a:latin typeface="Noto Sans"/>
            </a:endParaRPr>
          </a:p>
        </p:txBody>
      </p:sp>
      <p:sp>
        <p:nvSpPr>
          <p:cNvPr id="114" name=""/>
          <p:cNvSpPr/>
          <p:nvPr/>
        </p:nvSpPr>
        <p:spPr>
          <a:xfrm>
            <a:off x="4690440" y="1412280"/>
            <a:ext cx="231840" cy="264600"/>
          </a:xfrm>
          <a:custGeom>
            <a:avLst/>
            <a:gdLst/>
            <a:ahLst/>
            <a:rect l="0" t="0" r="r" b="b"/>
            <a:pathLst>
              <a:path w="644" h="735">
                <a:moveTo>
                  <a:pt x="504" y="185"/>
                </a:moveTo>
                <a:cubicBezTo>
                  <a:pt x="542" y="192"/>
                  <a:pt x="572" y="212"/>
                  <a:pt x="596" y="245"/>
                </a:cubicBezTo>
                <a:cubicBezTo>
                  <a:pt x="617" y="275"/>
                  <a:pt x="631" y="313"/>
                  <a:pt x="639" y="358"/>
                </a:cubicBezTo>
                <a:cubicBezTo>
                  <a:pt x="646" y="399"/>
                  <a:pt x="645" y="440"/>
                  <a:pt x="638" y="481"/>
                </a:cubicBezTo>
                <a:cubicBezTo>
                  <a:pt x="626" y="549"/>
                  <a:pt x="603" y="606"/>
                  <a:pt x="569" y="652"/>
                </a:cubicBezTo>
                <a:cubicBezTo>
                  <a:pt x="528" y="707"/>
                  <a:pt x="476" y="735"/>
                  <a:pt x="414" y="735"/>
                </a:cubicBezTo>
                <a:cubicBezTo>
                  <a:pt x="399" y="735"/>
                  <a:pt x="382" y="730"/>
                  <a:pt x="363" y="721"/>
                </a:cubicBezTo>
                <a:cubicBezTo>
                  <a:pt x="351" y="713"/>
                  <a:pt x="337" y="709"/>
                  <a:pt x="322" y="709"/>
                </a:cubicBezTo>
                <a:cubicBezTo>
                  <a:pt x="307" y="709"/>
                  <a:pt x="293" y="713"/>
                  <a:pt x="280" y="721"/>
                </a:cubicBezTo>
                <a:cubicBezTo>
                  <a:pt x="262" y="730"/>
                  <a:pt x="245" y="735"/>
                  <a:pt x="230" y="735"/>
                </a:cubicBezTo>
                <a:cubicBezTo>
                  <a:pt x="168" y="735"/>
                  <a:pt x="116" y="707"/>
                  <a:pt x="75" y="652"/>
                </a:cubicBezTo>
                <a:cubicBezTo>
                  <a:pt x="40" y="606"/>
                  <a:pt x="17" y="549"/>
                  <a:pt x="6" y="481"/>
                </a:cubicBezTo>
                <a:cubicBezTo>
                  <a:pt x="-2" y="440"/>
                  <a:pt x="-2" y="399"/>
                  <a:pt x="5" y="358"/>
                </a:cubicBezTo>
                <a:cubicBezTo>
                  <a:pt x="12" y="313"/>
                  <a:pt x="27" y="275"/>
                  <a:pt x="48" y="245"/>
                </a:cubicBezTo>
                <a:cubicBezTo>
                  <a:pt x="72" y="212"/>
                  <a:pt x="102" y="192"/>
                  <a:pt x="139" y="185"/>
                </a:cubicBezTo>
                <a:cubicBezTo>
                  <a:pt x="163" y="181"/>
                  <a:pt x="194" y="185"/>
                  <a:pt x="234" y="195"/>
                </a:cubicBezTo>
                <a:cubicBezTo>
                  <a:pt x="268" y="205"/>
                  <a:pt x="298" y="216"/>
                  <a:pt x="322" y="230"/>
                </a:cubicBezTo>
                <a:cubicBezTo>
                  <a:pt x="346" y="216"/>
                  <a:pt x="375" y="205"/>
                  <a:pt x="410" y="195"/>
                </a:cubicBezTo>
                <a:cubicBezTo>
                  <a:pt x="450" y="185"/>
                  <a:pt x="481" y="181"/>
                  <a:pt x="504" y="185"/>
                </a:cubicBezTo>
                <a:moveTo>
                  <a:pt x="425" y="126"/>
                </a:moveTo>
                <a:cubicBezTo>
                  <a:pt x="412" y="139"/>
                  <a:pt x="394" y="148"/>
                  <a:pt x="372" y="153"/>
                </a:cubicBezTo>
                <a:cubicBezTo>
                  <a:pt x="357" y="159"/>
                  <a:pt x="340" y="161"/>
                  <a:pt x="322" y="161"/>
                </a:cubicBezTo>
                <a:lnTo>
                  <a:pt x="300" y="159"/>
                </a:lnTo>
                <a:cubicBezTo>
                  <a:pt x="299" y="146"/>
                  <a:pt x="299" y="131"/>
                  <a:pt x="300" y="113"/>
                </a:cubicBezTo>
                <a:cubicBezTo>
                  <a:pt x="304" y="79"/>
                  <a:pt x="315" y="53"/>
                  <a:pt x="333" y="35"/>
                </a:cubicBezTo>
                <a:cubicBezTo>
                  <a:pt x="347" y="22"/>
                  <a:pt x="365" y="13"/>
                  <a:pt x="387" y="7"/>
                </a:cubicBezTo>
                <a:cubicBezTo>
                  <a:pt x="402" y="2"/>
                  <a:pt x="418" y="0"/>
                  <a:pt x="437" y="0"/>
                </a:cubicBezTo>
                <a:lnTo>
                  <a:pt x="458" y="1"/>
                </a:lnTo>
                <a:lnTo>
                  <a:pt x="459" y="23"/>
                </a:lnTo>
                <a:cubicBezTo>
                  <a:pt x="459" y="41"/>
                  <a:pt x="457" y="58"/>
                  <a:pt x="453" y="74"/>
                </a:cubicBezTo>
                <a:cubicBezTo>
                  <a:pt x="447" y="95"/>
                  <a:pt x="437" y="113"/>
                  <a:pt x="425" y="126"/>
                </a:cubicBezTo>
                <a:close/>
              </a:path>
            </a:pathLst>
          </a:custGeom>
          <a:solidFill>
            <a:srgbClr val="0d84a1"/>
          </a:solidFill>
          <a:ln w="0">
            <a:noFill/>
          </a:ln>
        </p:spPr>
        <p:txBody>
          <a:bodyPr lIns="0" rIns="0" tIns="0" bIns="0" anchor="ctr">
            <a:noAutofit/>
          </a:bodyPr>
          <a:p>
            <a:pPr algn="ctr"/>
            <a:endParaRPr b="0" lang="en-US" sz="1800" strike="noStrike" u="none">
              <a:solidFill>
                <a:srgbClr val="ffffff"/>
              </a:solidFill>
              <a:uFillTx/>
              <a:latin typeface="Noto Sans"/>
            </a:endParaRPr>
          </a:p>
        </p:txBody>
      </p:sp>
      <p:pic>
        <p:nvPicPr>
          <p:cNvPr id="115" name="" descr=""/>
          <p:cNvPicPr/>
          <p:nvPr/>
        </p:nvPicPr>
        <p:blipFill>
          <a:blip r:embed="rId1"/>
          <a:srcRect l="0" t="10311" r="0" b="10568"/>
          <a:stretch/>
        </p:blipFill>
        <p:spPr>
          <a:xfrm>
            <a:off x="914400" y="685800"/>
            <a:ext cx="2971800" cy="4305240"/>
          </a:xfrm>
          <a:prstGeom prst="rect">
            <a:avLst/>
          </a:prstGeom>
          <a:ln w="0">
            <a:noFill/>
          </a:ln>
        </p:spPr>
      </p:pic>
    </p:spTree>
  </p:cSld>
  <p:transition>
    <p:fade/>
  </p:transition>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p:nvPr>
        </p:nvSpPr>
        <p:spPr>
          <a:xfrm>
            <a:off x="271800" y="1371600"/>
            <a:ext cx="5443200" cy="4114800"/>
          </a:xfrm>
          <a:prstGeom prst="rect">
            <a:avLst/>
          </a:prstGeom>
          <a:noFill/>
          <a:ln w="0">
            <a:noFill/>
          </a:ln>
        </p:spPr>
        <p:txBody>
          <a:bodyPr lIns="0" rIns="0" tIns="0" bIns="0" anchor="t">
            <a:normAutofit/>
          </a:bodyPr>
          <a:p>
            <a:pPr marL="432000" indent="-324000">
              <a:spcBef>
                <a:spcPts val="1191"/>
              </a:spcBef>
              <a:spcAft>
                <a:spcPts val="992"/>
              </a:spcAft>
              <a:buClr>
                <a:srgbClr val="666666"/>
              </a:buClr>
              <a:buSzPct val="45000"/>
              <a:buFont typeface="Wingdings" charset="2"/>
              <a:buChar char=""/>
            </a:pPr>
            <a:r>
              <a:rPr b="1" lang="en-US" sz="1600" strike="noStrike" u="none">
                <a:solidFill>
                  <a:srgbClr val="666666"/>
                </a:solidFill>
                <a:uFillTx/>
                <a:latin typeface="Noto Sans"/>
              </a:rPr>
              <a:t>Meal Preparation:</a:t>
            </a:r>
            <a:r>
              <a:rPr b="0" lang="en-US" sz="1600" strike="noStrike" u="none">
                <a:solidFill>
                  <a:srgbClr val="666666"/>
                </a:solidFill>
                <a:uFillTx/>
                <a:latin typeface="Noto Sans"/>
              </a:rPr>
              <a:t> Partnered with local kitchens to prepare hygienic, halal meal packages (dates, water, snacks, main dishes).</a:t>
            </a:r>
            <a:endParaRPr b="0" lang="en-US" sz="1600" strike="noStrike" u="none">
              <a:solidFill>
                <a:srgbClr val="666666"/>
              </a:solidFill>
              <a:uFillTx/>
              <a:latin typeface="Noto Sans"/>
            </a:endParaRPr>
          </a:p>
          <a:p>
            <a:pPr marL="432000" indent="-324000">
              <a:spcBef>
                <a:spcPts val="1191"/>
              </a:spcBef>
              <a:spcAft>
                <a:spcPts val="992"/>
              </a:spcAft>
              <a:buClr>
                <a:srgbClr val="666666"/>
              </a:buClr>
              <a:buSzPct val="45000"/>
              <a:buFont typeface="Wingdings" charset="2"/>
              <a:buChar char=""/>
            </a:pPr>
            <a:r>
              <a:rPr b="1" lang="en-US" sz="1600" strike="noStrike" u="none">
                <a:solidFill>
                  <a:srgbClr val="666666"/>
                </a:solidFill>
                <a:uFillTx/>
                <a:latin typeface="Noto Sans"/>
              </a:rPr>
              <a:t>Distribution Strategy:</a:t>
            </a:r>
            <a:endParaRPr b="0" lang="en-US" sz="1600" strike="noStrike" u="none">
              <a:solidFill>
                <a:srgbClr val="666666"/>
              </a:solidFill>
              <a:uFillTx/>
              <a:latin typeface="Noto Sans"/>
            </a:endParaRPr>
          </a:p>
          <a:p>
            <a:pPr lvl="1" marL="864000" indent="-324000">
              <a:spcBef>
                <a:spcPts val="1191"/>
              </a:spcBef>
              <a:spcAft>
                <a:spcPts val="992"/>
              </a:spcAft>
              <a:buClr>
                <a:srgbClr val="666666"/>
              </a:buClr>
              <a:buSzPct val="75000"/>
              <a:buFont typeface="Symbol" charset="2"/>
              <a:buChar char=""/>
            </a:pPr>
            <a:r>
              <a:rPr b="0" lang="en-US" sz="1600" strike="noStrike" u="none">
                <a:solidFill>
                  <a:srgbClr val="666666"/>
                </a:solidFill>
                <a:uFillTx/>
                <a:latin typeface="Noto Sans"/>
              </a:rPr>
              <a:t>Set up Iftar stations near mosques.</a:t>
            </a:r>
            <a:endParaRPr b="0" lang="en-US" sz="1600" strike="noStrike" u="none">
              <a:solidFill>
                <a:srgbClr val="666666"/>
              </a:solidFill>
              <a:uFillTx/>
              <a:latin typeface="Noto Sans"/>
            </a:endParaRPr>
          </a:p>
          <a:p>
            <a:pPr lvl="1" marL="864000" indent="-324000">
              <a:spcBef>
                <a:spcPts val="1191"/>
              </a:spcBef>
              <a:spcAft>
                <a:spcPts val="992"/>
              </a:spcAft>
              <a:buClr>
                <a:srgbClr val="666666"/>
              </a:buClr>
              <a:buSzPct val="75000"/>
              <a:buFont typeface="Symbol" charset="2"/>
              <a:buChar char=""/>
            </a:pPr>
            <a:r>
              <a:rPr b="0" lang="en-US" sz="1600" strike="noStrike" u="none">
                <a:solidFill>
                  <a:srgbClr val="666666"/>
                </a:solidFill>
                <a:uFillTx/>
                <a:latin typeface="Noto Sans"/>
              </a:rPr>
              <a:t>Delivered meals to homes of identified families.</a:t>
            </a:r>
            <a:endParaRPr b="0" lang="en-US" sz="1600" strike="noStrike" u="none">
              <a:solidFill>
                <a:srgbClr val="666666"/>
              </a:solidFill>
              <a:uFillTx/>
              <a:latin typeface="Noto Sans"/>
            </a:endParaRPr>
          </a:p>
          <a:p>
            <a:pPr lvl="1" marL="864000" indent="-324000">
              <a:spcBef>
                <a:spcPts val="1191"/>
              </a:spcBef>
              <a:spcAft>
                <a:spcPts val="992"/>
              </a:spcAft>
              <a:buClr>
                <a:srgbClr val="666666"/>
              </a:buClr>
              <a:buSzPct val="75000"/>
              <a:buFont typeface="Symbol" charset="2"/>
              <a:buChar char=""/>
            </a:pPr>
            <a:r>
              <a:rPr b="0" lang="en-US" sz="1600" strike="noStrike" u="none">
                <a:solidFill>
                  <a:srgbClr val="666666"/>
                </a:solidFill>
                <a:uFillTx/>
                <a:latin typeface="Noto Sans"/>
              </a:rPr>
              <a:t>Community Engagement: Educated locals on the importance of charity and shared Ramadan values.</a:t>
            </a:r>
            <a:endParaRPr b="0" lang="en-US" sz="1600" strike="noStrike" u="none">
              <a:solidFill>
                <a:srgbClr val="666666"/>
              </a:solidFill>
              <a:uFillTx/>
              <a:latin typeface="Noto Sans"/>
            </a:endParaRPr>
          </a:p>
        </p:txBody>
      </p:sp>
      <p:sp>
        <p:nvSpPr>
          <p:cNvPr id="117" name="PlaceHolder 2"/>
          <p:cNvSpPr>
            <a:spLocks noGrp="1"/>
          </p:cNvSpPr>
          <p:nvPr>
            <p:ph type="title"/>
          </p:nvPr>
        </p:nvSpPr>
        <p:spPr>
          <a:xfrm>
            <a:off x="288000" y="216000"/>
            <a:ext cx="5688000" cy="946080"/>
          </a:xfrm>
          <a:prstGeom prst="rect">
            <a:avLst/>
          </a:prstGeom>
          <a:noFill/>
          <a:ln w="0">
            <a:noFill/>
          </a:ln>
        </p:spPr>
        <p:txBody>
          <a:bodyPr lIns="0" rIns="0" tIns="0" bIns="0" anchor="ctr">
            <a:normAutofit/>
          </a:bodyPr>
          <a:p>
            <a:pPr indent="0">
              <a:spcBef>
                <a:spcPts val="1191"/>
              </a:spcBef>
              <a:spcAft>
                <a:spcPts val="992"/>
              </a:spcAft>
              <a:buNone/>
            </a:pPr>
            <a:r>
              <a:rPr b="1" lang="en-US" sz="4400" strike="noStrike" u="none">
                <a:solidFill>
                  <a:srgbClr val="0d84a1"/>
                </a:solidFill>
                <a:uFillTx/>
                <a:latin typeface="Noto Sans"/>
              </a:rPr>
              <a:t>Visit Highlights</a:t>
            </a:r>
            <a:endParaRPr b="1" lang="en-US" sz="4400" strike="noStrike" u="none">
              <a:solidFill>
                <a:srgbClr val="0d84a1"/>
              </a:solidFill>
              <a:uFillTx/>
              <a:latin typeface="Noto Sans"/>
            </a:endParaRPr>
          </a:p>
        </p:txBody>
      </p:sp>
      <p:pic>
        <p:nvPicPr>
          <p:cNvPr id="118" name="" descr=""/>
          <p:cNvPicPr/>
          <p:nvPr/>
        </p:nvPicPr>
        <p:blipFill>
          <a:blip r:embed="rId1"/>
          <a:srcRect l="0" t="19281" r="0" b="19647"/>
          <a:stretch/>
        </p:blipFill>
        <p:spPr>
          <a:xfrm>
            <a:off x="6363000" y="596160"/>
            <a:ext cx="3466800" cy="4433040"/>
          </a:xfrm>
          <a:prstGeom prst="rect">
            <a:avLst/>
          </a:prstGeom>
          <a:ln w="0">
            <a:noFill/>
          </a:ln>
        </p:spPr>
      </p:pic>
    </p:spTree>
  </p:cSld>
  <p:transition>
    <p:fade/>
  </p:transition>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p:nvPr>
        </p:nvSpPr>
        <p:spPr>
          <a:xfrm>
            <a:off x="271800" y="1371600"/>
            <a:ext cx="5443200" cy="4114800"/>
          </a:xfrm>
          <a:prstGeom prst="rect">
            <a:avLst/>
          </a:prstGeom>
          <a:noFill/>
          <a:ln w="0">
            <a:noFill/>
          </a:ln>
        </p:spPr>
        <p:txBody>
          <a:bodyPr lIns="0" rIns="0" tIns="0" bIns="0" anchor="t">
            <a:normAutofit/>
          </a:bodyPr>
          <a:p>
            <a:pPr marL="432000" indent="-324000">
              <a:spcBef>
                <a:spcPts val="2608"/>
              </a:spcBef>
              <a:spcAft>
                <a:spcPts val="2409"/>
              </a:spcAft>
              <a:buClr>
                <a:srgbClr val="666666"/>
              </a:buClr>
              <a:buSzPct val="45000"/>
              <a:buFont typeface="Wingdings" charset="2"/>
              <a:buChar char=""/>
            </a:pPr>
            <a:r>
              <a:rPr b="1" lang="en-US" sz="1600" strike="noStrike" u="none">
                <a:solidFill>
                  <a:srgbClr val="666666"/>
                </a:solidFill>
                <a:uFillTx/>
                <a:latin typeface="Noto Sans"/>
              </a:rPr>
              <a:t>Compassion in Action:</a:t>
            </a:r>
            <a:r>
              <a:rPr b="0" lang="en-US" sz="1600" strike="noStrike" u="none">
                <a:solidFill>
                  <a:srgbClr val="666666"/>
                </a:solidFill>
                <a:uFillTx/>
                <a:latin typeface="Noto Sans"/>
              </a:rPr>
              <a:t> The power of collective generosity during Ramadan.</a:t>
            </a:r>
            <a:endParaRPr b="0" lang="en-US" sz="1600" strike="noStrike" u="none">
              <a:solidFill>
                <a:srgbClr val="666666"/>
              </a:solidFill>
              <a:uFillTx/>
              <a:latin typeface="Noto Sans"/>
            </a:endParaRPr>
          </a:p>
          <a:p>
            <a:pPr marL="432000" indent="-324000">
              <a:spcBef>
                <a:spcPts val="2608"/>
              </a:spcBef>
              <a:spcAft>
                <a:spcPts val="2409"/>
              </a:spcAft>
              <a:buClr>
                <a:srgbClr val="666666"/>
              </a:buClr>
              <a:buSzPct val="45000"/>
              <a:buFont typeface="Wingdings" charset="2"/>
              <a:buChar char=""/>
            </a:pPr>
            <a:r>
              <a:rPr b="1" lang="en-US" sz="1600" strike="noStrike" u="none">
                <a:solidFill>
                  <a:srgbClr val="666666"/>
                </a:solidFill>
                <a:uFillTx/>
                <a:latin typeface="Noto Sans"/>
              </a:rPr>
              <a:t>Sustainable Impact:</a:t>
            </a:r>
            <a:r>
              <a:rPr b="0" lang="en-US" sz="1600" strike="noStrike" u="none">
                <a:solidFill>
                  <a:srgbClr val="666666"/>
                </a:solidFill>
                <a:uFillTx/>
                <a:latin typeface="Noto Sans"/>
              </a:rPr>
              <a:t> Addressing hunger through structured initiatives. </a:t>
            </a:r>
            <a:endParaRPr b="0" lang="en-US" sz="1600" strike="noStrike" u="none">
              <a:solidFill>
                <a:srgbClr val="666666"/>
              </a:solidFill>
              <a:uFillTx/>
              <a:latin typeface="Noto Sans"/>
            </a:endParaRPr>
          </a:p>
          <a:p>
            <a:pPr marL="432000" indent="-324000">
              <a:spcBef>
                <a:spcPts val="2608"/>
              </a:spcBef>
              <a:spcAft>
                <a:spcPts val="2409"/>
              </a:spcAft>
              <a:buClr>
                <a:srgbClr val="666666"/>
              </a:buClr>
              <a:buSzPct val="45000"/>
              <a:buFont typeface="Wingdings" charset="2"/>
              <a:buChar char=""/>
            </a:pPr>
            <a:r>
              <a:rPr b="1" lang="en-US" sz="1600" strike="noStrike" u="none">
                <a:solidFill>
                  <a:srgbClr val="666666"/>
                </a:solidFill>
                <a:uFillTx/>
                <a:latin typeface="Noto Sans"/>
              </a:rPr>
              <a:t>Unity &amp; Faith:</a:t>
            </a:r>
            <a:r>
              <a:rPr b="0" lang="en-US" sz="1600" strike="noStrike" u="none">
                <a:solidFill>
                  <a:srgbClr val="666666"/>
                </a:solidFill>
                <a:uFillTx/>
                <a:latin typeface="Noto Sans"/>
              </a:rPr>
              <a:t> Strengthening community bonds through shared values. </a:t>
            </a:r>
            <a:endParaRPr b="0" lang="en-US" sz="1600" strike="noStrike" u="none">
              <a:solidFill>
                <a:srgbClr val="666666"/>
              </a:solidFill>
              <a:uFillTx/>
              <a:latin typeface="Noto Sans"/>
            </a:endParaRPr>
          </a:p>
        </p:txBody>
      </p:sp>
      <p:sp>
        <p:nvSpPr>
          <p:cNvPr id="120" name="PlaceHolder 2"/>
          <p:cNvSpPr>
            <a:spLocks noGrp="1"/>
          </p:cNvSpPr>
          <p:nvPr>
            <p:ph type="title"/>
          </p:nvPr>
        </p:nvSpPr>
        <p:spPr>
          <a:xfrm>
            <a:off x="288000" y="216000"/>
            <a:ext cx="5688000" cy="946080"/>
          </a:xfrm>
          <a:prstGeom prst="rect">
            <a:avLst/>
          </a:prstGeom>
          <a:noFill/>
          <a:ln w="0">
            <a:noFill/>
          </a:ln>
        </p:spPr>
        <p:txBody>
          <a:bodyPr lIns="0" rIns="0" tIns="0" bIns="0" anchor="ctr">
            <a:normAutofit/>
          </a:bodyPr>
          <a:p>
            <a:pPr indent="0">
              <a:spcBef>
                <a:spcPts val="1191"/>
              </a:spcBef>
              <a:spcAft>
                <a:spcPts val="992"/>
              </a:spcAft>
              <a:buNone/>
            </a:pPr>
            <a:r>
              <a:rPr b="1" lang="en-US" sz="4000" strike="noStrike" u="none">
                <a:solidFill>
                  <a:srgbClr val="0d84a1"/>
                </a:solidFill>
                <a:uFillTx/>
                <a:latin typeface="Noto Sans"/>
              </a:rPr>
              <a:t>Key Takeaways</a:t>
            </a:r>
            <a:endParaRPr b="1" lang="en-US" sz="4000" strike="noStrike" u="none">
              <a:solidFill>
                <a:srgbClr val="0d84a1"/>
              </a:solidFill>
              <a:uFillTx/>
              <a:latin typeface="Noto Sans"/>
            </a:endParaRPr>
          </a:p>
        </p:txBody>
      </p:sp>
      <p:pic>
        <p:nvPicPr>
          <p:cNvPr id="121" name="" descr=""/>
          <p:cNvPicPr/>
          <p:nvPr/>
        </p:nvPicPr>
        <p:blipFill>
          <a:blip r:embed="rId1"/>
          <a:srcRect l="0" t="9652" r="0" b="19981"/>
          <a:stretch/>
        </p:blipFill>
        <p:spPr>
          <a:xfrm>
            <a:off x="6303600" y="433440"/>
            <a:ext cx="3466800" cy="4800600"/>
          </a:xfrm>
          <a:prstGeom prst="rect">
            <a:avLst/>
          </a:prstGeom>
          <a:ln w="0">
            <a:noFill/>
          </a:ln>
        </p:spPr>
      </p:pic>
    </p:spTree>
  </p:cSld>
  <p:transition>
    <p:fade/>
  </p:transition>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271400" y="300600"/>
            <a:ext cx="5400000" cy="946440"/>
          </a:xfrm>
          <a:prstGeom prst="rect">
            <a:avLst/>
          </a:prstGeom>
          <a:noFill/>
          <a:ln w="0">
            <a:noFill/>
          </a:ln>
        </p:spPr>
        <p:txBody>
          <a:bodyPr lIns="0" rIns="0" tIns="0" bIns="0" anchor="ctr">
            <a:normAutofit/>
          </a:bodyPr>
          <a:p>
            <a:pPr indent="0" algn="ctr">
              <a:spcBef>
                <a:spcPts val="1191"/>
              </a:spcBef>
              <a:spcAft>
                <a:spcPts val="992"/>
              </a:spcAft>
              <a:buNone/>
            </a:pPr>
            <a:r>
              <a:rPr b="1" lang="en-US" sz="3200" strike="noStrike" u="none">
                <a:solidFill>
                  <a:srgbClr val="0d84a1"/>
                </a:solidFill>
                <a:uFillTx/>
                <a:latin typeface="Noto Sans"/>
              </a:rPr>
              <a:t>Future Contributions</a:t>
            </a:r>
            <a:endParaRPr b="1" lang="en-US" sz="3200" strike="noStrike" u="none">
              <a:solidFill>
                <a:srgbClr val="0d84a1"/>
              </a:solidFill>
              <a:uFillTx/>
              <a:latin typeface="Noto Sans"/>
            </a:endParaRPr>
          </a:p>
        </p:txBody>
      </p:sp>
      <p:sp>
        <p:nvSpPr>
          <p:cNvPr id="123" name="PlaceHolder 2"/>
          <p:cNvSpPr>
            <a:spLocks noGrp="1"/>
          </p:cNvSpPr>
          <p:nvPr>
            <p:ph/>
          </p:nvPr>
        </p:nvSpPr>
        <p:spPr>
          <a:xfrm>
            <a:off x="4788000" y="1391400"/>
            <a:ext cx="4050000" cy="3180600"/>
          </a:xfrm>
          <a:prstGeom prst="rect">
            <a:avLst/>
          </a:prstGeom>
          <a:noFill/>
          <a:ln w="0">
            <a:noFill/>
          </a:ln>
        </p:spPr>
        <p:txBody>
          <a:bodyPr lIns="0" rIns="0" tIns="0" bIns="0" anchor="t">
            <a:normAutofit/>
          </a:bodyPr>
          <a:p>
            <a:pPr marL="432000" indent="-324000">
              <a:spcBef>
                <a:spcPts val="1191"/>
              </a:spcBef>
              <a:spcAft>
                <a:spcPts val="992"/>
              </a:spcAft>
              <a:buClr>
                <a:srgbClr val="666666"/>
              </a:buClr>
              <a:buSzPct val="45000"/>
              <a:buFont typeface="Wingdings" charset="2"/>
              <a:buChar char=""/>
            </a:pPr>
            <a:r>
              <a:rPr b="1" lang="en-US" sz="1800" strike="noStrike" u="none">
                <a:solidFill>
                  <a:srgbClr val="666666"/>
                </a:solidFill>
                <a:uFillTx/>
                <a:latin typeface="Noto Sans"/>
              </a:rPr>
              <a:t>Annual Ramadan Drives:</a:t>
            </a:r>
            <a:r>
              <a:rPr b="0" lang="en-US" sz="1800" strike="noStrike" u="none">
                <a:solidFill>
                  <a:srgbClr val="666666"/>
                </a:solidFill>
                <a:uFillTx/>
                <a:latin typeface="Noto Sans"/>
              </a:rPr>
              <a:t> Expand meal distribution to more neighborhoods. </a:t>
            </a:r>
            <a:endParaRPr b="0" lang="en-US" sz="1800" strike="noStrike" u="none">
              <a:solidFill>
                <a:srgbClr val="666666"/>
              </a:solidFill>
              <a:uFillTx/>
              <a:latin typeface="Noto Sans"/>
            </a:endParaRPr>
          </a:p>
          <a:p>
            <a:pPr marL="432000" indent="-324000">
              <a:spcBef>
                <a:spcPts val="1191"/>
              </a:spcBef>
              <a:spcAft>
                <a:spcPts val="992"/>
              </a:spcAft>
              <a:buClr>
                <a:srgbClr val="666666"/>
              </a:buClr>
              <a:buSzPct val="45000"/>
              <a:buFont typeface="Wingdings" charset="2"/>
              <a:buChar char=""/>
            </a:pPr>
            <a:r>
              <a:rPr b="1" lang="en-US" sz="1800" strike="noStrike" u="none">
                <a:solidFill>
                  <a:srgbClr val="666666"/>
                </a:solidFill>
                <a:uFillTx/>
                <a:latin typeface="Noto Sans"/>
              </a:rPr>
              <a:t>Partnerships:</a:t>
            </a:r>
            <a:r>
              <a:rPr b="0" lang="en-US" sz="1800" strike="noStrike" u="none">
                <a:solidFill>
                  <a:srgbClr val="666666"/>
                </a:solidFill>
                <a:uFillTx/>
                <a:latin typeface="Noto Sans"/>
              </a:rPr>
              <a:t> Collaborate with NGOs and mosques for wider reach. </a:t>
            </a:r>
            <a:endParaRPr b="0" lang="en-US" sz="1800" strike="noStrike" u="none">
              <a:solidFill>
                <a:srgbClr val="666666"/>
              </a:solidFill>
              <a:uFillTx/>
              <a:latin typeface="Noto Sans"/>
            </a:endParaRPr>
          </a:p>
          <a:p>
            <a:pPr marL="432000" indent="-324000">
              <a:spcBef>
                <a:spcPts val="1191"/>
              </a:spcBef>
              <a:spcAft>
                <a:spcPts val="992"/>
              </a:spcAft>
              <a:buClr>
                <a:srgbClr val="666666"/>
              </a:buClr>
              <a:buSzPct val="45000"/>
              <a:buFont typeface="Wingdings" charset="2"/>
              <a:buChar char=""/>
            </a:pPr>
            <a:r>
              <a:rPr b="1" lang="en-US" sz="1800" strike="noStrike" u="none">
                <a:solidFill>
                  <a:srgbClr val="666666"/>
                </a:solidFill>
                <a:uFillTx/>
                <a:latin typeface="Noto Sans"/>
              </a:rPr>
              <a:t>Awareness Campaigns:</a:t>
            </a:r>
            <a:r>
              <a:rPr b="0" lang="en-US" sz="1800" strike="noStrike" u="none">
                <a:solidFill>
                  <a:srgbClr val="666666"/>
                </a:solidFill>
                <a:uFillTx/>
                <a:latin typeface="Noto Sans"/>
              </a:rPr>
              <a:t> Highlight food insecurity challenges year-round. </a:t>
            </a:r>
            <a:endParaRPr b="0" lang="en-US" sz="1800" strike="noStrike" u="none">
              <a:solidFill>
                <a:srgbClr val="666666"/>
              </a:solidFill>
              <a:uFillTx/>
              <a:latin typeface="Noto Sans"/>
            </a:endParaRPr>
          </a:p>
        </p:txBody>
      </p:sp>
      <p:pic>
        <p:nvPicPr>
          <p:cNvPr id="124" name="" descr=""/>
          <p:cNvPicPr/>
          <p:nvPr/>
        </p:nvPicPr>
        <p:blipFill>
          <a:blip r:embed="rId1"/>
          <a:srcRect l="0" t="19187" r="0" b="19966"/>
          <a:stretch/>
        </p:blipFill>
        <p:spPr>
          <a:xfrm>
            <a:off x="488880" y="598320"/>
            <a:ext cx="3606840" cy="4485600"/>
          </a:xfrm>
          <a:prstGeom prst="rect">
            <a:avLst/>
          </a:prstGeom>
          <a:ln w="0">
            <a:noFill/>
          </a:ln>
        </p:spPr>
      </p:pic>
    </p:spTree>
  </p:cSld>
  <p:transition>
    <p:fade/>
  </p:transition>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PlaceHolder 1"/>
          <p:cNvSpPr>
            <a:spLocks noGrp="1"/>
          </p:cNvSpPr>
          <p:nvPr>
            <p:ph type="title"/>
          </p:nvPr>
        </p:nvSpPr>
        <p:spPr>
          <a:xfrm>
            <a:off x="493200" y="808200"/>
            <a:ext cx="9000000" cy="720000"/>
          </a:xfrm>
          <a:prstGeom prst="rect">
            <a:avLst/>
          </a:prstGeom>
          <a:noFill/>
          <a:ln w="0">
            <a:noFill/>
          </a:ln>
        </p:spPr>
        <p:txBody>
          <a:bodyPr lIns="0" rIns="0" tIns="0" bIns="0" anchor="ctr">
            <a:normAutofit lnSpcReduction="9999"/>
          </a:bodyPr>
          <a:p>
            <a:pPr indent="0" algn="ctr">
              <a:buNone/>
            </a:pPr>
            <a:r>
              <a:rPr b="1" lang="en-US" sz="4400" strike="noStrike" u="none">
                <a:solidFill>
                  <a:srgbClr val="ffffff"/>
                </a:solidFill>
                <a:uFillTx/>
                <a:latin typeface="Noto Sans"/>
              </a:rPr>
              <a:t>Conclusion</a:t>
            </a:r>
            <a:endParaRPr b="1" lang="en-US" sz="4400" strike="noStrike" u="none">
              <a:solidFill>
                <a:srgbClr val="ffffff"/>
              </a:solidFill>
              <a:uFillTx/>
              <a:latin typeface="Noto Sans"/>
            </a:endParaRPr>
          </a:p>
        </p:txBody>
      </p:sp>
      <p:sp>
        <p:nvSpPr>
          <p:cNvPr id="126" name="PlaceHolder 2"/>
          <p:cNvSpPr>
            <a:spLocks noGrp="1"/>
          </p:cNvSpPr>
          <p:nvPr>
            <p:ph type="subTitle"/>
          </p:nvPr>
        </p:nvSpPr>
        <p:spPr>
          <a:xfrm>
            <a:off x="565200" y="2057400"/>
            <a:ext cx="9000000" cy="2286000"/>
          </a:xfrm>
          <a:prstGeom prst="rect">
            <a:avLst/>
          </a:prstGeom>
          <a:noFill/>
          <a:ln w="0">
            <a:noFill/>
          </a:ln>
        </p:spPr>
        <p:txBody>
          <a:bodyPr lIns="0" rIns="0" tIns="0" bIns="0" anchor="t">
            <a:noAutofit/>
          </a:bodyPr>
          <a:p>
            <a:pPr indent="0" algn="ctr">
              <a:spcBef>
                <a:spcPts val="1191"/>
              </a:spcBef>
              <a:spcAft>
                <a:spcPts val="992"/>
              </a:spcAft>
              <a:buNone/>
            </a:pPr>
            <a:r>
              <a:rPr b="0" lang="en-US" sz="3200" strike="noStrike" u="none">
                <a:solidFill>
                  <a:srgbClr val="ffffff"/>
                </a:solidFill>
                <a:uFillTx/>
                <a:latin typeface="Noto Sans"/>
              </a:rPr>
              <a:t>Our Iftar Drive reinforced the spirit of Ramadan – kindness, empathy, and unity. We aim to sustain this effort and inspire lasting change in our community.</a:t>
            </a:r>
            <a:endParaRPr b="0" lang="en-US" sz="3200" strike="noStrike" u="none">
              <a:solidFill>
                <a:srgbClr val="ffffff"/>
              </a:solidFill>
              <a:uFillTx/>
              <a:latin typeface="Noto Sans"/>
            </a:endParaRPr>
          </a:p>
        </p:txBody>
      </p:sp>
    </p:spTree>
  </p:cSld>
  <p:transition>
    <p:fade/>
  </p:transition>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 name=""/>
          <p:cNvSpPr/>
          <p:nvPr/>
        </p:nvSpPr>
        <p:spPr>
          <a:xfrm>
            <a:off x="0" y="3312000"/>
            <a:ext cx="10080000" cy="720000"/>
          </a:xfrm>
          <a:prstGeom prst="rect">
            <a:avLst/>
          </a:prstGeom>
          <a:solidFill>
            <a:srgbClr val="ffffff">
              <a:alpha val="50000"/>
            </a:srgbClr>
          </a:solidFill>
          <a:ln w="0">
            <a:noFill/>
          </a:ln>
        </p:spPr>
        <p:style>
          <a:lnRef idx="0"/>
          <a:fillRef idx="0"/>
          <a:effectRef idx="0"/>
          <a:fontRef idx="minor"/>
        </p:style>
        <p:txBody>
          <a:bodyPr wrap="none" lIns="0" rIns="0" tIns="0" bIns="0" anchor="ctr">
            <a:noAutofit/>
          </a:bodyPr>
          <a:p>
            <a:pPr algn="ctr"/>
            <a:endParaRPr b="0" lang="en-US" sz="1800" strike="noStrike" u="none">
              <a:solidFill>
                <a:srgbClr val="000000"/>
              </a:solidFill>
              <a:uFillTx/>
              <a:latin typeface="Noto Sans"/>
            </a:endParaRPr>
          </a:p>
        </p:txBody>
      </p:sp>
      <p:sp>
        <p:nvSpPr>
          <p:cNvPr id="128" name="PlaceHolder 1"/>
          <p:cNvSpPr>
            <a:spLocks noGrp="1"/>
          </p:cNvSpPr>
          <p:nvPr>
            <p:ph type="title"/>
          </p:nvPr>
        </p:nvSpPr>
        <p:spPr>
          <a:xfrm>
            <a:off x="720000" y="576000"/>
            <a:ext cx="8640000" cy="2520000"/>
          </a:xfrm>
          <a:prstGeom prst="rect">
            <a:avLst/>
          </a:prstGeom>
          <a:noFill/>
          <a:ln w="0">
            <a:noFill/>
          </a:ln>
        </p:spPr>
        <p:txBody>
          <a:bodyPr lIns="0" rIns="0" tIns="0" bIns="0" anchor="ctr">
            <a:normAutofit/>
          </a:bodyPr>
          <a:p>
            <a:pPr indent="0">
              <a:buNone/>
            </a:pPr>
            <a:r>
              <a:rPr b="1" lang="en-US" sz="7200" strike="noStrike" u="none">
                <a:solidFill>
                  <a:srgbClr val="ffffff"/>
                </a:solidFill>
                <a:uFillTx/>
                <a:latin typeface="Noto Sans"/>
              </a:rPr>
              <a:t>Thank You!</a:t>
            </a:r>
            <a:endParaRPr b="1" lang="en-US" sz="7200" strike="noStrike" u="none">
              <a:solidFill>
                <a:srgbClr val="ffffff"/>
              </a:solidFill>
              <a:uFillTx/>
              <a:latin typeface="Noto Sans"/>
            </a:endParaRPr>
          </a:p>
        </p:txBody>
      </p:sp>
      <p:sp>
        <p:nvSpPr>
          <p:cNvPr id="129" name="PlaceHolder 2"/>
          <p:cNvSpPr>
            <a:spLocks noGrp="1"/>
          </p:cNvSpPr>
          <p:nvPr>
            <p:ph type="subTitle"/>
          </p:nvPr>
        </p:nvSpPr>
        <p:spPr>
          <a:xfrm>
            <a:off x="720000" y="3312000"/>
            <a:ext cx="6840000" cy="1800000"/>
          </a:xfrm>
          <a:prstGeom prst="rect">
            <a:avLst/>
          </a:prstGeom>
          <a:noFill/>
          <a:ln w="0">
            <a:noFill/>
          </a:ln>
        </p:spPr>
        <p:txBody>
          <a:bodyPr lIns="0" rIns="0" tIns="0" bIns="0" anchor="t">
            <a:normAutofit/>
          </a:bodyPr>
          <a:p>
            <a:pPr indent="0">
              <a:lnSpc>
                <a:spcPct val="115000"/>
              </a:lnSpc>
              <a:buNone/>
            </a:pPr>
            <a:r>
              <a:rPr b="0" lang="en-US" sz="3200" strike="noStrike" u="none">
                <a:solidFill>
                  <a:srgbClr val="ffffff"/>
                </a:solidFill>
                <a:uFillTx/>
                <a:latin typeface="Noto Sans"/>
              </a:rPr>
              <a:t>- By Saahil &amp; Hamza</a:t>
            </a:r>
            <a:endParaRPr b="0" lang="en-US" sz="3200" strike="noStrike" u="none">
              <a:solidFill>
                <a:srgbClr val="ffffff"/>
              </a:solidFill>
              <a:uFillTx/>
              <a:latin typeface="Noto Sans"/>
            </a:endParaRPr>
          </a:p>
        </p:txBody>
      </p:sp>
    </p:spTree>
  </p:cSld>
  <p:transition>
    <p:fade/>
  </p:transition>
</p:sld>
</file>

<file path=ppt/theme/theme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Offic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413</TotalTime>
  <Application>LibreOffice/24.8.3.2$Linux_X86_64 LibreOffice_project/480$Build-2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2025-03-28T16:08:17Z</dcterms:created>
  <dc:creator/>
  <dc:description>
               Freshes - LibreOffice Impress Template
                        by Risyad Rais
Freshes Template is supposed to be a template for LibreOffice
Impress. But I guess calling it a placeholder or sample slides might be even
more suitable since it's not really optimized properly for LibreOffice Impress
Workflow.
This template is made as an answer to Indonesian LibreOffice Community and
Gimpscape ID's call-to-arms to contribute to the 10th anniversary of
LibreOffice celebration.
##How to
###Normal slides
1. Duplicate the slide you want to edit
2. Edit the texts
3. Rearrange the slides and remove the ones you don't need
###Icons
To change icons, go to: "Insert -&gt; Special Character"
and choose the one you like.
###Chart slides
1. Double click the chart
2. Edit Data Table
##Features
1. A fresh looking first and last slide with huge typography
2. Covered single bullet to four bullets slides
3. Charts available in two styles: Collumns and Lines
4. A very mediocre looking Diagram and Table slide
5. Timeline slides
6. Super simple Closing slide
If you tried this and have any suggestions, feel free to send a mail: satmo54[at]gmail[dot]com
##Acknowledgements
Here's some resources I used to make this template:
###Images
Images used here are licensed under [Unsplash License](https://unsplash.com/license).
1. [White clouds and blue skies](https://unsplash.com/photos/DbwYNr8RPbg) by Resul on Unsplash.
2. [Four on flight hot air balloons](https://unsplash.com/photos/HcuKlhq4osM) by C.Valdez on Unsplash.
##License
This template is released under CC by SA 4.0 License. Other resources used in
this template have their own respective licenses you might want to check.
    </dc:description>
  <dc:language>en-US</dc:language>
  <cp:lastModifiedBy/>
  <dcterms:modified xsi:type="dcterms:W3CDTF">2025-03-28T23:02:35Z</dcterms:modified>
  <cp:revision>37</cp:revision>
  <dc:subject/>
  <dc:title>Freshes</dc:title>
</cp:coreProperties>
</file>