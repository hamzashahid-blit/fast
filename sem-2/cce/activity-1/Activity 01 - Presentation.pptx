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61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6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86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7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6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6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5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9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43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6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Community Service Visit: Feeding Stray Animals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t>Presented by: Saahil Ghulam Mohammad (24K-0570) &amp; Hamza Shahid (24K-0869)</a:t>
            </a:r>
          </a:p>
          <a:p>
            <a:r>
              <a:t>BCS-2D</a:t>
            </a:r>
          </a:p>
          <a:p>
            <a:r>
              <a:t>Civics and Community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457200"/>
          </a:xfrm>
          <a:prstGeom prst="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rPr dirty="0"/>
              <a:t>Our community service visit aimed to provide food and care to stray animals.</a:t>
            </a:r>
          </a:p>
          <a:p>
            <a:pPr lvl="1"/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Objectives: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Provide food and water to stray animals.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Educate the community on animal welfare.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Promote empathy towards animals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457200"/>
          </a:xfrm>
          <a:prstGeom prst="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95" y="4297680"/>
            <a:ext cx="1357766" cy="18103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845" y="3992468"/>
            <a:ext cx="2413806" cy="1810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SDGs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rPr dirty="0"/>
              <a:t>- SDG 3: Good Health &amp; Well-being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Ensuring proper nutrition for stray animals to prevent disease spread.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SDG 15: Life on Land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Promoting the protection and well-being of animals for a balanced ecosystem.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457200"/>
          </a:xfrm>
          <a:prstGeom prst="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Visit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rPr dirty="0"/>
              <a:t>- Meeting the Stray Animals: Identified locations and engaged with community members.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Feeding the Animals: Provided fresh food and water to strays.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Community Engagement: Educated locals on humane treatment of animals.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457200"/>
          </a:xfrm>
          <a:prstGeom prst="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906" y="3981439"/>
            <a:ext cx="2349885" cy="17624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560" y="3981438"/>
            <a:ext cx="2113149" cy="15848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rPr dirty="0"/>
              <a:t>- Empathy &amp; Responsibility: Understanding and helping stray animals.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Sustainable Change: Encouraging long-term welfare efforts.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Community Involvement: Importance of collective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457200"/>
          </a:xfrm>
          <a:prstGeom prst="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617" y="3396605"/>
            <a:ext cx="1179066" cy="26201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28" y="3687296"/>
            <a:ext cx="1897968" cy="2530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rPr dirty="0"/>
              <a:t>- Organizing regular feeding drives.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Collaborating with local shelters.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Running awareness campaigns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457200"/>
          </a:xfrm>
          <a:prstGeom prst="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rPr dirty="0"/>
              <a:t>Our visit emphasized kindness towards animals and the impact of small actions.</a:t>
            </a:r>
          </a:p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 aim to continue supporting animal welfare initiatives and inspire others.</a:t>
            </a:r>
          </a:p>
          <a:p>
            <a:endParaRPr dirty="0"/>
          </a:p>
          <a:p>
            <a:r>
              <a:rPr dirty="0"/>
              <a:t>**Thank You!**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457200"/>
          </a:xfrm>
          <a:prstGeom prst="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187" y="3653072"/>
            <a:ext cx="2578964" cy="2363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 :3</a:t>
            </a:r>
            <a:endParaRPr lang="en-US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96" b="24996"/>
          <a:stretch>
            <a:fillRect/>
          </a:stretch>
        </p:blipFill>
        <p:spPr>
          <a:xfrm>
            <a:off x="0" y="0"/>
            <a:ext cx="9142413" cy="4572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bye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07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</TotalTime>
  <Words>234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Tw Cen MT</vt:lpstr>
      <vt:lpstr>Tw Cen MT Condensed</vt:lpstr>
      <vt:lpstr>Wingdings 3</vt:lpstr>
      <vt:lpstr>Integral</vt:lpstr>
      <vt:lpstr>Community Service Visit: Feeding Stray Animals</vt:lpstr>
      <vt:lpstr>Introduction</vt:lpstr>
      <vt:lpstr>SDGs Addressed</vt:lpstr>
      <vt:lpstr>Visit Highlights</vt:lpstr>
      <vt:lpstr>Key Takeaways</vt:lpstr>
      <vt:lpstr>Future Contributions</vt:lpstr>
      <vt:lpstr>Conclusion</vt:lpstr>
      <vt:lpstr>Thanks :3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Service Visit: Feeding Stray Animals</dc:title>
  <dc:subject/>
  <dc:creator/>
  <cp:keywords/>
  <dc:description>generated using python-pptx</dc:description>
  <cp:lastModifiedBy>student</cp:lastModifiedBy>
  <cp:revision>3</cp:revision>
  <dcterms:created xsi:type="dcterms:W3CDTF">2013-01-27T09:14:16Z</dcterms:created>
  <dcterms:modified xsi:type="dcterms:W3CDTF">2025-03-21T05:13:08Z</dcterms:modified>
  <cp:category/>
</cp:coreProperties>
</file>